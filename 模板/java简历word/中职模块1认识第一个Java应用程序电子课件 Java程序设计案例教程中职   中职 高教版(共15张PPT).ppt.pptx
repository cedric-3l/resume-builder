
<file path=[Content_Types].xml><?xml version="1.0" encoding="utf-8"?>
<Types xmlns="http://schemas.openxmlformats.org/package/2006/content-types">
  <Default Extension="jpeg" ContentType="image/jpeg"/>
  <Default Extension="png" ContentType="image/png"/>
  <Default Extension="emf" ContentType="image/x-emf"/>
  <Default Extension="gif" ContentType="image/gi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Masters/slideMaster1.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10.xml" ContentType="application/vnd.openxmlformats-officedocument.theme+xml"/>
  <Override PartName="/ppt/theme/theme11.xml" ContentType="application/vnd.openxmlformats-officedocument.theme+xml"/>
  <Override PartName="/ppt/theme/theme12.xml" ContentType="application/vnd.openxmlformats-officedocument.theme+xml"/>
  <Override PartName="/ppt/theme/theme13.xml" ContentType="application/vnd.openxmlformats-officedocument.theme+xml"/>
  <Override PartName="/ppt/theme/theme14.xml" ContentType="application/vnd.openxmlformats-officedocument.theme+xml"/>
  <Override PartName="/ppt/theme/theme15.xml" ContentType="application/vnd.openxmlformats-officedocument.theme+xml"/>
  <Override PartName="/ppt/theme/theme16.xml" ContentType="application/vnd.openxmlformats-officedocument.theme+xml"/>
  <Override PartName="/ppt/theme/theme17.xml" ContentType="application/vnd.openxmlformats-officedocument.theme+xml"/>
  <Override PartName="/ppt/theme/theme18.xml" ContentType="application/vnd.openxmlformats-officedocument.theme+xml"/>
  <Override PartName="/ppt/theme/theme19.xml" ContentType="application/vnd.openxmlformats-officedocument.theme+xml"/>
  <Override PartName="/ppt/theme/theme2.xml" ContentType="application/vnd.openxmlformats-officedocument.theme+xml"/>
  <Override PartName="/ppt/theme/theme20.xml" ContentType="application/vnd.openxmlformats-officedocument.theme+xml"/>
  <Override PartName="/ppt/theme/theme21.xml" ContentType="application/vnd.openxmlformats-officedocument.theme+xml"/>
  <Override PartName="/ppt/theme/theme22.xml" ContentType="application/vnd.openxmlformats-officedocument.theme+xml"/>
  <Override PartName="/ppt/theme/theme23.xml" ContentType="application/vnd.openxmlformats-officedocument.theme+xml"/>
  <Override PartName="/ppt/theme/theme24.xml" ContentType="application/vnd.openxmlformats-officedocument.theme+xml"/>
  <Override PartName="/ppt/theme/theme25.xml" ContentType="application/vnd.openxmlformats-officedocument.theme+xml"/>
  <Override PartName="/ppt/theme/theme26.xml" ContentType="application/vnd.openxmlformats-officedocument.theme+xml"/>
  <Override PartName="/ppt/theme/theme27.xml" ContentType="application/vnd.openxmlformats-officedocument.theme+xml"/>
  <Override PartName="/ppt/theme/theme28.xml" ContentType="application/vnd.openxmlformats-officedocument.theme+xml"/>
  <Override PartName="/ppt/theme/theme29.xml" ContentType="application/vnd.openxmlformats-officedocument.theme+xml"/>
  <Override PartName="/ppt/theme/theme3.xml" ContentType="application/vnd.openxmlformats-officedocument.theme+xml"/>
  <Override PartName="/ppt/theme/theme30.xml" ContentType="application/vnd.openxmlformats-officedocument.theme+xml"/>
  <Override PartName="/ppt/theme/theme31.xml" ContentType="application/vnd.openxmlformats-officedocument.theme+xml"/>
  <Override PartName="/ppt/theme/theme32.xml" ContentType="application/vnd.openxmlformats-officedocument.theme+xml"/>
  <Override PartName="/ppt/theme/theme33.xml" ContentType="application/vnd.openxmlformats-officedocument.theme+xml"/>
  <Override PartName="/ppt/theme/theme34.xml" ContentType="application/vnd.openxmlformats-officedocument.theme+xml"/>
  <Override PartName="/ppt/theme/theme35.xml" ContentType="application/vnd.openxmlformats-officedocument.theme+xml"/>
  <Override PartName="/ppt/theme/theme36.xml" ContentType="application/vnd.openxmlformats-officedocument.theme+xml"/>
  <Override PartName="/ppt/theme/theme37.xml" ContentType="application/vnd.openxmlformats-officedocument.theme+xml"/>
  <Override PartName="/ppt/theme/theme38.xml" ContentType="application/vnd.openxmlformats-officedocument.theme+xml"/>
  <Override PartName="/ppt/theme/theme39.xml" ContentType="application/vnd.openxmlformats-officedocument.theme+xml"/>
  <Override PartName="/ppt/theme/theme4.xml" ContentType="application/vnd.openxmlformats-officedocument.theme+xml"/>
  <Override PartName="/ppt/theme/theme40.xml" ContentType="application/vnd.openxmlformats-officedocument.theme+xml"/>
  <Override PartName="/ppt/theme/theme41.xml" ContentType="application/vnd.openxmlformats-officedocument.theme+xml"/>
  <Override PartName="/ppt/theme/theme42.xml" ContentType="application/vnd.openxmlformats-officedocument.theme+xml"/>
  <Override PartName="/ppt/theme/theme43.xml" ContentType="application/vnd.openxmlformats-officedocument.theme+xml"/>
  <Override PartName="/ppt/theme/theme44.xml" ContentType="application/vnd.openxmlformats-officedocument.theme+xml"/>
  <Override PartName="/ppt/theme/theme45.xml" ContentType="application/vnd.openxmlformats-officedocument.theme+xml"/>
  <Override PartName="/ppt/theme/theme46.xml" ContentType="application/vnd.openxmlformats-officedocument.theme+xml"/>
  <Override PartName="/ppt/theme/theme47.xml" ContentType="application/vnd.openxmlformats-officedocument.theme+xml"/>
  <Override PartName="/ppt/theme/theme48.xml" ContentType="application/vnd.openxmlformats-officedocument.theme+xml"/>
  <Override PartName="/ppt/theme/theme49.xml" ContentType="application/vnd.openxmlformats-officedocument.theme+xml"/>
  <Override PartName="/ppt/theme/theme5.xml" ContentType="application/vnd.openxmlformats-officedocument.theme+xml"/>
  <Override PartName="/ppt/theme/theme50.xml" ContentType="application/vnd.openxmlformats-officedocument.theme+xml"/>
  <Override PartName="/ppt/theme/theme51.xml" ContentType="application/vnd.openxmlformats-officedocument.theme+xml"/>
  <Override PartName="/ppt/theme/theme52.xml" ContentType="application/vnd.openxmlformats-officedocument.theme+xml"/>
  <Override PartName="/ppt/theme/theme53.xml" ContentType="application/vnd.openxmlformats-officedocument.theme+xml"/>
  <Override PartName="/ppt/theme/theme54.xml" ContentType="application/vnd.openxmlformats-officedocument.theme+xml"/>
  <Override PartName="/ppt/theme/theme55.xml" ContentType="application/vnd.openxmlformats-officedocument.theme+xml"/>
  <Override PartName="/ppt/theme/theme56.xml" ContentType="application/vnd.openxmlformats-officedocument.theme+xml"/>
  <Override PartName="/ppt/theme/theme57.xml" ContentType="application/vnd.openxmlformats-officedocument.theme+xml"/>
  <Override PartName="/ppt/theme/theme58.xml" ContentType="application/vnd.openxmlformats-officedocument.theme+xml"/>
  <Override PartName="/ppt/theme/theme59.xml" ContentType="application/vnd.openxmlformats-officedocument.theme+xml"/>
  <Override PartName="/ppt/theme/theme6.xml" ContentType="application/vnd.openxmlformats-officedocument.theme+xml"/>
  <Override PartName="/ppt/theme/theme60.xml" ContentType="application/vnd.openxmlformats-officedocument.theme+xml"/>
  <Override PartName="/ppt/theme/theme61.xml" ContentType="application/vnd.openxmlformats-officedocument.theme+xml"/>
  <Override PartName="/ppt/theme/theme62.xml" ContentType="application/vnd.openxmlformats-officedocument.theme+xml"/>
  <Override PartName="/ppt/theme/theme63.xml" ContentType="application/vnd.openxmlformats-officedocument.theme+xml"/>
  <Override PartName="/ppt/theme/theme64.xml" ContentType="application/vnd.openxmlformats-officedocument.theme+xml"/>
  <Override PartName="/ppt/theme/theme65.xml" ContentType="application/vnd.openxmlformats-officedocument.theme+xml"/>
  <Override PartName="/ppt/theme/theme66.xml" ContentType="application/vnd.openxmlformats-officedocument.theme+xml"/>
  <Override PartName="/ppt/theme/theme67.xml" ContentType="application/vnd.openxmlformats-officedocument.theme+xml"/>
  <Override PartName="/ppt/theme/theme68.xml" ContentType="application/vnd.openxmlformats-officedocument.theme+xml"/>
  <Override PartName="/ppt/theme/theme69.xml" ContentType="application/vnd.openxmlformats-officedocument.theme+xml"/>
  <Override PartName="/ppt/theme/theme7.xml" ContentType="application/vnd.openxmlformats-officedocument.theme+xml"/>
  <Override PartName="/ppt/theme/theme70.xml" ContentType="application/vnd.openxmlformats-officedocument.theme+xml"/>
  <Override PartName="/ppt/theme/theme71.xml" ContentType="application/vnd.openxmlformats-officedocument.theme+xml"/>
  <Override PartName="/ppt/theme/theme72.xml" ContentType="application/vnd.openxmlformats-officedocument.theme+xml"/>
  <Override PartName="/ppt/theme/theme73.xml" ContentType="application/vnd.openxmlformats-officedocument.theme+xml"/>
  <Override PartName="/ppt/theme/theme74.xml" ContentType="application/vnd.openxmlformats-officedocument.theme+xml"/>
  <Override PartName="/ppt/theme/theme75.xml" ContentType="application/vnd.openxmlformats-officedocument.theme+xml"/>
  <Override PartName="/ppt/theme/theme76.xml" ContentType="application/vnd.openxmlformats-officedocument.theme+xml"/>
  <Override PartName="/ppt/theme/theme77.xml" ContentType="application/vnd.openxmlformats-officedocument.theme+xml"/>
  <Override PartName="/ppt/theme/theme78.xml" ContentType="application/vnd.openxmlformats-officedocument.theme+xml"/>
  <Override PartName="/ppt/theme/theme79.xml" ContentType="application/vnd.openxmlformats-officedocument.theme+xml"/>
  <Override PartName="/ppt/theme/theme8.xml" ContentType="application/vnd.openxmlformats-officedocument.theme+xml"/>
  <Override PartName="/ppt/theme/theme80.xml" ContentType="application/vnd.openxmlformats-officedocument.theme+xml"/>
  <Override PartName="/ppt/theme/theme81.xml" ContentType="application/vnd.openxmlformats-officedocument.theme+xml"/>
  <Override PartName="/ppt/theme/theme82.xml" ContentType="application/vnd.openxmlformats-officedocument.theme+xml"/>
  <Override PartName="/ppt/theme/theme83.xml" ContentType="application/vnd.openxmlformats-officedocument.theme+xml"/>
  <Override PartName="/ppt/theme/theme84.xml" ContentType="application/vnd.openxmlformats-officedocument.theme+xml"/>
  <Override PartName="/ppt/theme/theme85.xml" ContentType="application/vnd.openxmlformats-officedocument.theme+xml"/>
  <Override PartName="/ppt/theme/theme86.xml" ContentType="application/vnd.openxmlformats-officedocument.theme+xml"/>
  <Override PartName="/ppt/theme/theme87.xml" ContentType="application/vnd.openxmlformats-officedocument.theme+xml"/>
  <Override PartName="/ppt/theme/theme88.xml" ContentType="application/vnd.openxmlformats-officedocument.theme+xml"/>
  <Override PartName="/ppt/theme/theme89.xml" ContentType="application/vnd.openxmlformats-officedocument.theme+xml"/>
  <Override PartName="/ppt/theme/theme9.xml" ContentType="application/vnd.openxmlformats-officedocument.theme+xml"/>
  <Override PartName="/ppt/theme/theme90.xml" ContentType="application/vnd.openxmlformats-officedocument.theme+xml"/>
  <Override PartName="/ppt/theme/theme91.xml" ContentType="application/vnd.openxmlformats-officedocument.theme+xml"/>
  <Override PartName="/ppt/theme/theme92.xml" ContentType="application/vnd.openxmlformats-officedocument.theme+xml"/>
  <Override PartName="/ppt/theme/theme93.xml" ContentType="application/vnd.openxmlformats-officedocument.theme+xml"/>
  <Override PartName="/ppt/theme/theme94.xml" ContentType="application/vnd.openxmlformats-officedocument.theme+xml"/>
  <Override PartName="/ppt/theme/theme95.xml" ContentType="application/vnd.openxmlformats-officedocument.theme+xml"/>
  <Override PartName="/ppt/theme/theme96.xml" ContentType="application/vnd.openxmlformats-officedocument.theme+xml"/>
  <Override PartName="/ppt/theme/theme97.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1"/>
    <p:sldMasterId id="2147483660" r:id="rId3"/>
    <p:sldMasterId id="2147483672" r:id="rId4"/>
    <p:sldMasterId id="2147483684" r:id="rId5"/>
    <p:sldMasterId id="2147483696" r:id="rId6"/>
    <p:sldMasterId id="2147483708" r:id="rId7"/>
    <p:sldMasterId id="2147483720" r:id="rId8"/>
    <p:sldMasterId id="2147483732" r:id="rId9"/>
    <p:sldMasterId id="2147483744" r:id="rId10"/>
    <p:sldMasterId id="2147483756" r:id="rId11"/>
    <p:sldMasterId id="2147483768" r:id="rId12"/>
    <p:sldMasterId id="2147483780" r:id="rId13"/>
    <p:sldMasterId id="2147483792" r:id="rId14"/>
    <p:sldMasterId id="2147483804" r:id="rId15"/>
    <p:sldMasterId id="2147483816" r:id="rId16"/>
    <p:sldMasterId id="2147483828" r:id="rId17"/>
    <p:sldMasterId id="2147483840" r:id="rId18"/>
    <p:sldMasterId id="2147483852" r:id="rId19"/>
    <p:sldMasterId id="2147483864" r:id="rId20"/>
    <p:sldMasterId id="2147483876" r:id="rId21"/>
    <p:sldMasterId id="2147483888" r:id="rId22"/>
    <p:sldMasterId id="2147483900" r:id="rId23"/>
    <p:sldMasterId id="2147483912" r:id="rId24"/>
    <p:sldMasterId id="2147483924" r:id="rId25"/>
    <p:sldMasterId id="2147483936" r:id="rId26"/>
    <p:sldMasterId id="2147483948" r:id="rId27"/>
    <p:sldMasterId id="2147483960" r:id="rId28"/>
    <p:sldMasterId id="2147483972" r:id="rId29"/>
    <p:sldMasterId id="2147483984" r:id="rId30"/>
    <p:sldMasterId id="2147483996" r:id="rId31"/>
    <p:sldMasterId id="2147484008" r:id="rId32"/>
    <p:sldMasterId id="2147484020" r:id="rId33"/>
    <p:sldMasterId id="2147484032" r:id="rId34"/>
    <p:sldMasterId id="2147484044" r:id="rId35"/>
    <p:sldMasterId id="2147484056" r:id="rId36"/>
    <p:sldMasterId id="2147484068" r:id="rId37"/>
    <p:sldMasterId id="2147484080" r:id="rId38"/>
    <p:sldMasterId id="2147484092" r:id="rId39"/>
    <p:sldMasterId id="2147484104" r:id="rId40"/>
    <p:sldMasterId id="2147484116" r:id="rId41"/>
    <p:sldMasterId id="2147484128" r:id="rId42"/>
    <p:sldMasterId id="2147484140" r:id="rId43"/>
    <p:sldMasterId id="2147484152" r:id="rId44"/>
    <p:sldMasterId id="2147484164" r:id="rId45"/>
    <p:sldMasterId id="2147484176" r:id="rId46"/>
    <p:sldMasterId id="2147484188" r:id="rId47"/>
    <p:sldMasterId id="2147484200" r:id="rId48"/>
    <p:sldMasterId id="2147484212" r:id="rId49"/>
    <p:sldMasterId id="2147484224" r:id="rId50"/>
    <p:sldMasterId id="2147484236" r:id="rId51"/>
    <p:sldMasterId id="2147484248" r:id="rId52"/>
    <p:sldMasterId id="2147484260" r:id="rId53"/>
    <p:sldMasterId id="2147484272" r:id="rId54"/>
    <p:sldMasterId id="2147484284" r:id="rId55"/>
    <p:sldMasterId id="2147484296" r:id="rId56"/>
    <p:sldMasterId id="2147484308" r:id="rId57"/>
    <p:sldMasterId id="2147484320" r:id="rId58"/>
    <p:sldMasterId id="2147484332" r:id="rId59"/>
    <p:sldMasterId id="2147484344" r:id="rId60"/>
    <p:sldMasterId id="2147484356" r:id="rId61"/>
    <p:sldMasterId id="2147484368" r:id="rId62"/>
    <p:sldMasterId id="2147484380" r:id="rId63"/>
    <p:sldMasterId id="2147484392" r:id="rId64"/>
    <p:sldMasterId id="2147484404" r:id="rId65"/>
    <p:sldMasterId id="2147484416" r:id="rId66"/>
    <p:sldMasterId id="2147484428" r:id="rId67"/>
    <p:sldMasterId id="2147484440" r:id="rId68"/>
    <p:sldMasterId id="2147484452" r:id="rId69"/>
    <p:sldMasterId id="2147484464" r:id="rId70"/>
    <p:sldMasterId id="2147484476" r:id="rId71"/>
    <p:sldMasterId id="2147484488" r:id="rId72"/>
    <p:sldMasterId id="2147484500" r:id="rId73"/>
    <p:sldMasterId id="2147484512" r:id="rId74"/>
    <p:sldMasterId id="2147484524" r:id="rId75"/>
    <p:sldMasterId id="2147484536" r:id="rId76"/>
    <p:sldMasterId id="2147484548" r:id="rId77"/>
    <p:sldMasterId id="2147484560" r:id="rId78"/>
    <p:sldMasterId id="2147484572" r:id="rId79"/>
    <p:sldMasterId id="2147484584" r:id="rId80"/>
    <p:sldMasterId id="2147484596" r:id="rId81"/>
    <p:sldMasterId id="2147484608" r:id="rId82"/>
    <p:sldMasterId id="2147484620" r:id="rId83"/>
    <p:sldMasterId id="2147484632" r:id="rId84"/>
    <p:sldMasterId id="2147484644" r:id="rId85"/>
    <p:sldMasterId id="2147484656" r:id="rId86"/>
    <p:sldMasterId id="2147484668" r:id="rId87"/>
    <p:sldMasterId id="2147484680" r:id="rId88"/>
    <p:sldMasterId id="2147484692" r:id="rId89"/>
    <p:sldMasterId id="2147484704" r:id="rId90"/>
    <p:sldMasterId id="2147484716" r:id="rId91"/>
    <p:sldMasterId id="2147484728" r:id="rId92"/>
    <p:sldMasterId id="2147484740" r:id="rId93"/>
    <p:sldMasterId id="2147484752" r:id="rId94"/>
    <p:sldMasterId id="2147484764" r:id="rId95"/>
    <p:sldMasterId id="2147484776" r:id="rId96"/>
    <p:sldMasterId id="2147484788" r:id="rId97"/>
  </p:sldMasterIdLst>
  <p:notesMasterIdLst>
    <p:notesMasterId r:id="rId113"/>
  </p:notesMasterIdLst>
  <p:sldIdLst>
    <p:sldId id="281" r:id="rId98"/>
    <p:sldId id="282" r:id="rId99"/>
    <p:sldId id="263" r:id="rId100"/>
    <p:sldId id="264" r:id="rId101"/>
    <p:sldId id="265" r:id="rId102"/>
    <p:sldId id="267" r:id="rId103"/>
    <p:sldId id="283" r:id="rId104"/>
    <p:sldId id="284" r:id="rId105"/>
    <p:sldId id="269" r:id="rId106"/>
    <p:sldId id="271" r:id="rId107"/>
    <p:sldId id="272" r:id="rId108"/>
    <p:sldId id="273" r:id="rId109"/>
    <p:sldId id="276" r:id="rId110"/>
    <p:sldId id="279" r:id="rId111"/>
    <p:sldId id="285" r:id="rId112"/>
  </p:sldIdLst>
  <p:sldSz cx="9144000" cy="6858000" type="screen4x3"/>
  <p:notesSz cx="6662420" cy="9820275"/>
  <p:custDataLst>
    <p:tags r:id="rId117"/>
  </p:custDataLst>
  <p:defaultTex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sz="2400" b="0" i="0" u="none" baseline="0">
        <a:solidFill>
          <a:schemeClr val="tx1"/>
        </a:solidFill>
        <a:effectLst/>
        <a:latin typeface="Courier New" panose="02070309020205020404" pitchFamily="49" charset="0"/>
        <a:ea typeface="黑体" panose="02010609060101010101" pitchFamily="49" charset="-122"/>
      </a:defRPr>
    </a:lvl5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varScale="1">
        <p:scale>
          <a:sx n="104" d="100"/>
          <a:sy n="104" d="100"/>
        </p:scale>
        <p:origin x="0" y="0"/>
      </p:cViewPr>
      <p:guideLst/>
    </p:cSldViewPr>
  </p:slideViewPr>
  <p:notesViewPr>
    <p:cSldViewPr>
      <p:cViewPr varScale="1">
        <p:scale>
          <a:sx n="1" d="100"/>
          <a:sy n="1" d="100"/>
        </p:scale>
        <p:origin x="0" y="0"/>
      </p:cViewPr>
      <p:guideLst/>
    </p:cSldViewPr>
  </p:notes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2.xml"/><Relationship Id="rId98" Type="http://schemas.openxmlformats.org/officeDocument/2006/relationships/slide" Target="slides/slide1.xml"/><Relationship Id="rId97" Type="http://schemas.openxmlformats.org/officeDocument/2006/relationships/slideMaster" Target="slideMasters/slideMaster96.xml"/><Relationship Id="rId96" Type="http://schemas.openxmlformats.org/officeDocument/2006/relationships/slideMaster" Target="slideMasters/slideMaster95.xml"/><Relationship Id="rId95" Type="http://schemas.openxmlformats.org/officeDocument/2006/relationships/slideMaster" Target="slideMasters/slideMaster94.xml"/><Relationship Id="rId94" Type="http://schemas.openxmlformats.org/officeDocument/2006/relationships/slideMaster" Target="slideMasters/slideMaster93.xml"/><Relationship Id="rId93" Type="http://schemas.openxmlformats.org/officeDocument/2006/relationships/slideMaster" Target="slideMasters/slideMaster92.xml"/><Relationship Id="rId92" Type="http://schemas.openxmlformats.org/officeDocument/2006/relationships/slideMaster" Target="slideMasters/slideMaster91.xml"/><Relationship Id="rId91" Type="http://schemas.openxmlformats.org/officeDocument/2006/relationships/slideMaster" Target="slideMasters/slideMaster90.xml"/><Relationship Id="rId90" Type="http://schemas.openxmlformats.org/officeDocument/2006/relationships/slideMaster" Target="slideMasters/slideMaster89.xml"/><Relationship Id="rId9" Type="http://schemas.openxmlformats.org/officeDocument/2006/relationships/slideMaster" Target="slideMasters/slideMaster8.xml"/><Relationship Id="rId89" Type="http://schemas.openxmlformats.org/officeDocument/2006/relationships/slideMaster" Target="slideMasters/slideMaster88.xml"/><Relationship Id="rId88" Type="http://schemas.openxmlformats.org/officeDocument/2006/relationships/slideMaster" Target="slideMasters/slideMaster87.xml"/><Relationship Id="rId87" Type="http://schemas.openxmlformats.org/officeDocument/2006/relationships/slideMaster" Target="slideMasters/slideMaster86.xml"/><Relationship Id="rId86" Type="http://schemas.openxmlformats.org/officeDocument/2006/relationships/slideMaster" Target="slideMasters/slideMaster85.xml"/><Relationship Id="rId85" Type="http://schemas.openxmlformats.org/officeDocument/2006/relationships/slideMaster" Target="slideMasters/slideMaster84.xml"/><Relationship Id="rId84" Type="http://schemas.openxmlformats.org/officeDocument/2006/relationships/slideMaster" Target="slideMasters/slideMaster83.xml"/><Relationship Id="rId83" Type="http://schemas.openxmlformats.org/officeDocument/2006/relationships/slideMaster" Target="slideMasters/slideMaster82.xml"/><Relationship Id="rId82" Type="http://schemas.openxmlformats.org/officeDocument/2006/relationships/slideMaster" Target="slideMasters/slideMaster81.xml"/><Relationship Id="rId81" Type="http://schemas.openxmlformats.org/officeDocument/2006/relationships/slideMaster" Target="slideMasters/slideMaster80.xml"/><Relationship Id="rId80" Type="http://schemas.openxmlformats.org/officeDocument/2006/relationships/slideMaster" Target="slideMasters/slideMaster79.xml"/><Relationship Id="rId8" Type="http://schemas.openxmlformats.org/officeDocument/2006/relationships/slideMaster" Target="slideMasters/slideMaster7.xml"/><Relationship Id="rId79" Type="http://schemas.openxmlformats.org/officeDocument/2006/relationships/slideMaster" Target="slideMasters/slideMaster78.xml"/><Relationship Id="rId78" Type="http://schemas.openxmlformats.org/officeDocument/2006/relationships/slideMaster" Target="slideMasters/slideMaster77.xml"/><Relationship Id="rId77" Type="http://schemas.openxmlformats.org/officeDocument/2006/relationships/slideMaster" Target="slideMasters/slideMaster76.xml"/><Relationship Id="rId76" Type="http://schemas.openxmlformats.org/officeDocument/2006/relationships/slideMaster" Target="slideMasters/slideMaster75.xml"/><Relationship Id="rId75" Type="http://schemas.openxmlformats.org/officeDocument/2006/relationships/slideMaster" Target="slideMasters/slideMaster74.xml"/><Relationship Id="rId74" Type="http://schemas.openxmlformats.org/officeDocument/2006/relationships/slideMaster" Target="slideMasters/slideMaster73.xml"/><Relationship Id="rId73" Type="http://schemas.openxmlformats.org/officeDocument/2006/relationships/slideMaster" Target="slideMasters/slideMaster72.xml"/><Relationship Id="rId72" Type="http://schemas.openxmlformats.org/officeDocument/2006/relationships/slideMaster" Target="slideMasters/slideMaster71.xml"/><Relationship Id="rId71" Type="http://schemas.openxmlformats.org/officeDocument/2006/relationships/slideMaster" Target="slideMasters/slideMaster70.xml"/><Relationship Id="rId70" Type="http://schemas.openxmlformats.org/officeDocument/2006/relationships/slideMaster" Target="slideMasters/slideMaster69.xml"/><Relationship Id="rId7" Type="http://schemas.openxmlformats.org/officeDocument/2006/relationships/slideMaster" Target="slideMasters/slideMaster6.xml"/><Relationship Id="rId69" Type="http://schemas.openxmlformats.org/officeDocument/2006/relationships/slideMaster" Target="slideMasters/slideMaster68.xml"/><Relationship Id="rId68" Type="http://schemas.openxmlformats.org/officeDocument/2006/relationships/slideMaster" Target="slideMasters/slideMaster67.xml"/><Relationship Id="rId67" Type="http://schemas.openxmlformats.org/officeDocument/2006/relationships/slideMaster" Target="slideMasters/slideMaster66.xml"/><Relationship Id="rId66" Type="http://schemas.openxmlformats.org/officeDocument/2006/relationships/slideMaster" Target="slideMasters/slideMaster65.xml"/><Relationship Id="rId65" Type="http://schemas.openxmlformats.org/officeDocument/2006/relationships/slideMaster" Target="slideMasters/slideMaster64.xml"/><Relationship Id="rId64" Type="http://schemas.openxmlformats.org/officeDocument/2006/relationships/slideMaster" Target="slideMasters/slideMaster63.xml"/><Relationship Id="rId63" Type="http://schemas.openxmlformats.org/officeDocument/2006/relationships/slideMaster" Target="slideMasters/slideMaster62.xml"/><Relationship Id="rId62" Type="http://schemas.openxmlformats.org/officeDocument/2006/relationships/slideMaster" Target="slideMasters/slideMaster61.xml"/><Relationship Id="rId61" Type="http://schemas.openxmlformats.org/officeDocument/2006/relationships/slideMaster" Target="slideMasters/slideMaster60.xml"/><Relationship Id="rId60" Type="http://schemas.openxmlformats.org/officeDocument/2006/relationships/slideMaster" Target="slideMasters/slideMaster59.xml"/><Relationship Id="rId6" Type="http://schemas.openxmlformats.org/officeDocument/2006/relationships/slideMaster" Target="slideMasters/slideMaster5.xml"/><Relationship Id="rId59" Type="http://schemas.openxmlformats.org/officeDocument/2006/relationships/slideMaster" Target="slideMasters/slideMaster58.xml"/><Relationship Id="rId58" Type="http://schemas.openxmlformats.org/officeDocument/2006/relationships/slideMaster" Target="slideMasters/slideMaster57.xml"/><Relationship Id="rId57" Type="http://schemas.openxmlformats.org/officeDocument/2006/relationships/slideMaster" Target="slideMasters/slideMaster56.xml"/><Relationship Id="rId56" Type="http://schemas.openxmlformats.org/officeDocument/2006/relationships/slideMaster" Target="slideMasters/slideMaster55.xml"/><Relationship Id="rId55" Type="http://schemas.openxmlformats.org/officeDocument/2006/relationships/slideMaster" Target="slideMasters/slideMaster54.xml"/><Relationship Id="rId54" Type="http://schemas.openxmlformats.org/officeDocument/2006/relationships/slideMaster" Target="slideMasters/slideMaster53.xml"/><Relationship Id="rId53" Type="http://schemas.openxmlformats.org/officeDocument/2006/relationships/slideMaster" Target="slideMasters/slideMaster52.xml"/><Relationship Id="rId52" Type="http://schemas.openxmlformats.org/officeDocument/2006/relationships/slideMaster" Target="slideMasters/slideMaster51.xml"/><Relationship Id="rId51" Type="http://schemas.openxmlformats.org/officeDocument/2006/relationships/slideMaster" Target="slideMasters/slideMaster50.xml"/><Relationship Id="rId50" Type="http://schemas.openxmlformats.org/officeDocument/2006/relationships/slideMaster" Target="slideMasters/slideMaster49.xml"/><Relationship Id="rId5" Type="http://schemas.openxmlformats.org/officeDocument/2006/relationships/slideMaster" Target="slideMasters/slideMaster4.xml"/><Relationship Id="rId49" Type="http://schemas.openxmlformats.org/officeDocument/2006/relationships/slideMaster" Target="slideMasters/slideMaster48.xml"/><Relationship Id="rId48" Type="http://schemas.openxmlformats.org/officeDocument/2006/relationships/slideMaster" Target="slideMasters/slideMaster47.xml"/><Relationship Id="rId47" Type="http://schemas.openxmlformats.org/officeDocument/2006/relationships/slideMaster" Target="slideMasters/slideMaster46.xml"/><Relationship Id="rId46" Type="http://schemas.openxmlformats.org/officeDocument/2006/relationships/slideMaster" Target="slideMasters/slideMaster45.xml"/><Relationship Id="rId45" Type="http://schemas.openxmlformats.org/officeDocument/2006/relationships/slideMaster" Target="slideMasters/slideMaster44.xml"/><Relationship Id="rId44" Type="http://schemas.openxmlformats.org/officeDocument/2006/relationships/slideMaster" Target="slideMasters/slideMaster43.xml"/><Relationship Id="rId43" Type="http://schemas.openxmlformats.org/officeDocument/2006/relationships/slideMaster" Target="slideMasters/slideMaster42.xml"/><Relationship Id="rId42" Type="http://schemas.openxmlformats.org/officeDocument/2006/relationships/slideMaster" Target="slideMasters/slideMaster41.xml"/><Relationship Id="rId41" Type="http://schemas.openxmlformats.org/officeDocument/2006/relationships/slideMaster" Target="slideMasters/slideMaster40.xml"/><Relationship Id="rId40" Type="http://schemas.openxmlformats.org/officeDocument/2006/relationships/slideMaster" Target="slideMasters/slideMaster39.xml"/><Relationship Id="rId4" Type="http://schemas.openxmlformats.org/officeDocument/2006/relationships/slideMaster" Target="slideMasters/slideMaster3.xml"/><Relationship Id="rId39" Type="http://schemas.openxmlformats.org/officeDocument/2006/relationships/slideMaster" Target="slideMasters/slideMaster38.xml"/><Relationship Id="rId38" Type="http://schemas.openxmlformats.org/officeDocument/2006/relationships/slideMaster" Target="slideMasters/slideMaster37.xml"/><Relationship Id="rId37" Type="http://schemas.openxmlformats.org/officeDocument/2006/relationships/slideMaster" Target="slideMasters/slideMaster36.xml"/><Relationship Id="rId36" Type="http://schemas.openxmlformats.org/officeDocument/2006/relationships/slideMaster" Target="slideMasters/slideMaster35.xml"/><Relationship Id="rId35" Type="http://schemas.openxmlformats.org/officeDocument/2006/relationships/slideMaster" Target="slideMasters/slideMaster34.xml"/><Relationship Id="rId34" Type="http://schemas.openxmlformats.org/officeDocument/2006/relationships/slideMaster" Target="slideMasters/slideMaster33.xml"/><Relationship Id="rId33" Type="http://schemas.openxmlformats.org/officeDocument/2006/relationships/slideMaster" Target="slideMasters/slideMaster32.xml"/><Relationship Id="rId32" Type="http://schemas.openxmlformats.org/officeDocument/2006/relationships/slideMaster" Target="slideMasters/slideMaster31.xml"/><Relationship Id="rId31" Type="http://schemas.openxmlformats.org/officeDocument/2006/relationships/slideMaster" Target="slideMasters/slideMaster30.xml"/><Relationship Id="rId30" Type="http://schemas.openxmlformats.org/officeDocument/2006/relationships/slideMaster" Target="slideMasters/slideMaster29.xml"/><Relationship Id="rId3" Type="http://schemas.openxmlformats.org/officeDocument/2006/relationships/slideMaster" Target="slideMasters/slideMaster2.xml"/><Relationship Id="rId29" Type="http://schemas.openxmlformats.org/officeDocument/2006/relationships/slideMaster" Target="slideMasters/slideMaster28.xml"/><Relationship Id="rId28" Type="http://schemas.openxmlformats.org/officeDocument/2006/relationships/slideMaster" Target="slideMasters/slideMaster27.xml"/><Relationship Id="rId27" Type="http://schemas.openxmlformats.org/officeDocument/2006/relationships/slideMaster" Target="slideMasters/slideMaster26.xml"/><Relationship Id="rId26" Type="http://schemas.openxmlformats.org/officeDocument/2006/relationships/slideMaster" Target="slideMasters/slideMaster25.xml"/><Relationship Id="rId25" Type="http://schemas.openxmlformats.org/officeDocument/2006/relationships/slideMaster" Target="slideMasters/slideMaster24.xml"/><Relationship Id="rId24" Type="http://schemas.openxmlformats.org/officeDocument/2006/relationships/slideMaster" Target="slideMasters/slideMaster23.xml"/><Relationship Id="rId23" Type="http://schemas.openxmlformats.org/officeDocument/2006/relationships/slideMaster" Target="slideMasters/slideMaster22.xml"/><Relationship Id="rId22" Type="http://schemas.openxmlformats.org/officeDocument/2006/relationships/slideMaster" Target="slideMasters/slideMaster21.xml"/><Relationship Id="rId21" Type="http://schemas.openxmlformats.org/officeDocument/2006/relationships/slideMaster" Target="slideMasters/slideMaster20.xml"/><Relationship Id="rId20" Type="http://schemas.openxmlformats.org/officeDocument/2006/relationships/slideMaster" Target="slideMasters/slideMaster19.xml"/><Relationship Id="rId2" Type="http://schemas.openxmlformats.org/officeDocument/2006/relationships/theme" Target="theme/theme1.xml"/><Relationship Id="rId19" Type="http://schemas.openxmlformats.org/officeDocument/2006/relationships/slideMaster" Target="slideMasters/slideMaster18.xml"/><Relationship Id="rId18" Type="http://schemas.openxmlformats.org/officeDocument/2006/relationships/slideMaster" Target="slideMasters/slideMaster17.xml"/><Relationship Id="rId17" Type="http://schemas.openxmlformats.org/officeDocument/2006/relationships/slideMaster" Target="slideMasters/slideMaster16.xml"/><Relationship Id="rId16" Type="http://schemas.openxmlformats.org/officeDocument/2006/relationships/slideMaster" Target="slideMasters/slideMaster15.xml"/><Relationship Id="rId15" Type="http://schemas.openxmlformats.org/officeDocument/2006/relationships/slideMaster" Target="slideMasters/slideMaster14.xml"/><Relationship Id="rId14" Type="http://schemas.openxmlformats.org/officeDocument/2006/relationships/slideMaster" Target="slideMasters/slideMaster13.xml"/><Relationship Id="rId13" Type="http://schemas.openxmlformats.org/officeDocument/2006/relationships/slideMaster" Target="slideMasters/slideMaster12.xml"/><Relationship Id="rId12" Type="http://schemas.openxmlformats.org/officeDocument/2006/relationships/slideMaster" Target="slideMasters/slideMaster11.xml"/><Relationship Id="rId117" Type="http://schemas.openxmlformats.org/officeDocument/2006/relationships/tags" Target="tags/tag1.xml"/><Relationship Id="rId116" Type="http://schemas.openxmlformats.org/officeDocument/2006/relationships/tableStyles" Target="tableStyles.xml"/><Relationship Id="rId115" Type="http://schemas.openxmlformats.org/officeDocument/2006/relationships/viewProps" Target="viewProps.xml"/><Relationship Id="rId114" Type="http://schemas.openxmlformats.org/officeDocument/2006/relationships/presProps" Target="presProps.xml"/><Relationship Id="rId113" Type="http://schemas.openxmlformats.org/officeDocument/2006/relationships/notesMaster" Target="notesMasters/notesMaster1.xml"/><Relationship Id="rId112" Type="http://schemas.openxmlformats.org/officeDocument/2006/relationships/slide" Target="slides/slide15.xml"/><Relationship Id="rId111" Type="http://schemas.openxmlformats.org/officeDocument/2006/relationships/slide" Target="slides/slide14.xml"/><Relationship Id="rId110" Type="http://schemas.openxmlformats.org/officeDocument/2006/relationships/slide" Target="slides/slide13.xml"/><Relationship Id="rId11" Type="http://schemas.openxmlformats.org/officeDocument/2006/relationships/slideMaster" Target="slideMasters/slideMaster10.xml"/><Relationship Id="rId109" Type="http://schemas.openxmlformats.org/officeDocument/2006/relationships/slide" Target="slides/slide12.xml"/><Relationship Id="rId108" Type="http://schemas.openxmlformats.org/officeDocument/2006/relationships/slide" Target="slides/slide11.xml"/><Relationship Id="rId107" Type="http://schemas.openxmlformats.org/officeDocument/2006/relationships/slide" Target="slides/slide10.xml"/><Relationship Id="rId106" Type="http://schemas.openxmlformats.org/officeDocument/2006/relationships/slide" Target="slides/slide9.xml"/><Relationship Id="rId105" Type="http://schemas.openxmlformats.org/officeDocument/2006/relationships/slide" Target="slides/slide8.xml"/><Relationship Id="rId104" Type="http://schemas.openxmlformats.org/officeDocument/2006/relationships/slide" Target="slides/slide7.xml"/><Relationship Id="rId103" Type="http://schemas.openxmlformats.org/officeDocument/2006/relationships/slide" Target="slides/slide6.xml"/><Relationship Id="rId102" Type="http://schemas.openxmlformats.org/officeDocument/2006/relationships/slide" Target="slides/slide5.xml"/><Relationship Id="rId101" Type="http://schemas.openxmlformats.org/officeDocument/2006/relationships/slide" Target="slides/slide4.xml"/><Relationship Id="rId100" Type="http://schemas.openxmlformats.org/officeDocument/2006/relationships/slide" Target="slides/slide3.xml"/><Relationship Id="rId10" Type="http://schemas.openxmlformats.org/officeDocument/2006/relationships/slideMaster" Target="slideMasters/slideMaster9.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9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99330" name="Rectangle 2"/>
          <p:cNvSpPr>
            <a:spLocks noGrp="1" noChangeArrowheads="1"/>
          </p:cNvSpPr>
          <p:nvPr>
            <p:ph type="hdr" sz="quarter"/>
          </p:nvPr>
        </p:nvSpPr>
        <p:spPr bwMode="auto">
          <a:xfrm>
            <a:off x="0" y="0"/>
            <a:ext cx="2887663" cy="490538"/>
          </a:xfrm>
          <a:prstGeom prst="rect">
            <a:avLst/>
          </a:prstGeom>
          <a:noFill/>
          <a:ln>
            <a:noFill/>
          </a:ln>
        </p:spPr>
        <p:txBody>
          <a:bodyPr numCol="1" compatLnSpc="1">
            <a:noAutofit/>
          </a:bodyPr>
          <a:lstStyle>
            <a:defPPr>
              <a:defRPr lang="zh-CN"/>
            </a:defPPr>
            <a:lvl1pPr marL="0" indent="0" algn="l" defTabSz="914400" rtl="0" eaLnBrk="1" fontAlgn="base" latinLnBrk="0" hangingPunct="1">
              <a:lnSpc>
                <a:spcPct val="100000"/>
              </a:lnSpc>
              <a:spcBef>
                <a:spcPct val="0"/>
              </a:spcBef>
              <a:spcAft>
                <a:spcPct val="0"/>
              </a:spcAft>
              <a:buClrTx/>
              <a:buSzTx/>
              <a:buFontTx/>
              <a:buNone/>
              <a:defRPr kumimoji="0" lang="zh-CN" altLang="en-US" sz="1800" b="0" i="0" u="none" kern="1200" baseline="0">
                <a:solidFill>
                  <a:schemeClr val="tx1"/>
                </a:solidFill>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lang="zh-CN" altLang="en-US" sz="1800" b="0" i="0" u="none" kern="1200" baseline="0">
                <a:solidFill>
                  <a:schemeClr val="tx1"/>
                </a:solidFill>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lang="zh-CN" altLang="en-US" sz="1800" b="0" i="0" u="none" kern="1200" baseline="0">
                <a:solidFill>
                  <a:schemeClr val="tx1"/>
                </a:solidFill>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lang="zh-CN" altLang="en-US" sz="1800" b="0" i="0" u="none" kern="1200" baseline="0">
                <a:solidFill>
                  <a:schemeClr val="tx1"/>
                </a:solidFill>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lang="zh-CN" altLang="en-US" sz="1800" b="0" i="0" u="none" kern="1200" baseline="0">
                <a:solidFill>
                  <a:schemeClr val="tx1"/>
                </a:solidFill>
                <a:latin typeface="+mn-lt"/>
                <a:ea typeface="+mn-ea"/>
                <a:cs typeface="+mn-cs"/>
              </a:defRPr>
            </a:lvl5pPr>
            <a:lvl6pPr marL="2286000" algn="l" defTabSz="914400" rtl="0" eaLnBrk="1" latinLnBrk="0" hangingPunct="1">
              <a:defRPr lang="zh-CN" altLang="en-US" sz="1800" kern="1200">
                <a:solidFill>
                  <a:schemeClr val="tx1"/>
                </a:solidFill>
                <a:latin typeface="+mn-lt"/>
                <a:ea typeface="+mn-ea"/>
                <a:cs typeface="+mn-cs"/>
              </a:defRPr>
            </a:lvl6pPr>
            <a:lvl7pPr marL="2743200" algn="l" defTabSz="914400" rtl="0" eaLnBrk="1" latinLnBrk="0" hangingPunct="1">
              <a:defRPr lang="zh-CN" altLang="en-US" sz="1800" kern="1200">
                <a:solidFill>
                  <a:schemeClr val="tx1"/>
                </a:solidFill>
                <a:latin typeface="+mn-lt"/>
                <a:ea typeface="+mn-ea"/>
                <a:cs typeface="+mn-cs"/>
              </a:defRPr>
            </a:lvl7pPr>
            <a:lvl8pPr marL="3200400" algn="l" defTabSz="914400" rtl="0" eaLnBrk="1" latinLnBrk="0" hangingPunct="1">
              <a:defRPr lang="zh-CN" altLang="en-US" sz="1800" kern="1200">
                <a:solidFill>
                  <a:schemeClr val="tx1"/>
                </a:solidFill>
                <a:latin typeface="+mn-lt"/>
                <a:ea typeface="+mn-ea"/>
                <a:cs typeface="+mn-cs"/>
              </a:defRPr>
            </a:lvl8pPr>
            <a:lvl9pPr marL="3657600" algn="l" defTabSz="914400" rtl="0" eaLnBrk="1" latinLnBrk="0" hangingPunct="1">
              <a:defRPr lang="zh-CN" altLang="en-US" sz="1800" kern="1200">
                <a:solidFill>
                  <a:schemeClr val="tx1"/>
                </a:solidFill>
                <a:latin typeface="+mn-lt"/>
                <a:ea typeface="+mn-ea"/>
                <a:cs typeface="+mn-cs"/>
              </a:defRPr>
            </a:lvl9pPr>
          </a:lstStyle>
          <a:p>
            <a:pPr marL="0" lvl="0" indent="0" algn="l" eaLnBrk="1" hangingPunct="1">
              <a:lnSpc>
                <a:spcPct val="100000"/>
              </a:lnSpc>
              <a:spcBef>
                <a:spcPct val="0"/>
              </a:spcBef>
              <a:buClrTx/>
              <a:buFontTx/>
            </a:pPr>
            <a:endParaRPr lang="en-US" altLang="zh-CN" sz="1200">
              <a:latin typeface="Arial" panose="020B0604020202020204" pitchFamily="34" charset="0"/>
              <a:ea typeface="宋体" panose="02010600030101010101" pitchFamily="2" charset="-122"/>
            </a:endParaRPr>
          </a:p>
        </p:txBody>
      </p:sp>
      <p:sp>
        <p:nvSpPr>
          <p:cNvPr id="99331" name="Rectangle 3"/>
          <p:cNvSpPr>
            <a:spLocks noGrp="1" noChangeArrowheads="1"/>
          </p:cNvSpPr>
          <p:nvPr>
            <p:ph type="dt" idx="1"/>
          </p:nvPr>
        </p:nvSpPr>
        <p:spPr bwMode="auto">
          <a:xfrm>
            <a:off x="3773488" y="0"/>
            <a:ext cx="2887662" cy="490538"/>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200" b="0" i="0" u="none" baseline="0">
                <a:solidFill>
                  <a:schemeClr val="tx1"/>
                </a:solidFill>
                <a:latin typeface="Arial" panose="020B0604020202020204" pitchFamily="34" charset="0"/>
                <a:ea typeface="宋体" panose="02010600030101010101" pitchFamily="2"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endParaRPr lang="en-US" altLang="zh-CN" sz="1200">
              <a:latin typeface="Arial" panose="020B0604020202020204" pitchFamily="34" charset="0"/>
              <a:ea typeface="宋体" panose="02010600030101010101" pitchFamily="2" charset="-122"/>
            </a:endParaRPr>
          </a:p>
        </p:txBody>
      </p:sp>
      <p:sp>
        <p:nvSpPr>
          <p:cNvPr id="99332" name="Rectangle 4"/>
          <p:cNvSpPr>
            <a:spLocks noGrp="1"/>
          </p:cNvSpPr>
          <p:nvPr>
            <p:ph type="sldImg" idx="2"/>
          </p:nvPr>
        </p:nvSpPr>
        <p:spPr>
          <a:xfrm>
            <a:off x="877888" y="736600"/>
            <a:ext cx="4910137" cy="3683000"/>
          </a:xfrm>
          <a:prstGeom prst="rect">
            <a:avLst/>
          </a:prstGeom>
          <a:noFill/>
          <a:ln>
            <a:noFill/>
            <a:miter lim="800000"/>
          </a:ln>
        </p:spPr>
      </p:sp>
      <p:sp>
        <p:nvSpPr>
          <p:cNvPr id="99333" name="Rectangle 5"/>
          <p:cNvSpPr>
            <a:spLocks noGrp="1" noChangeArrowheads="1"/>
          </p:cNvSpPr>
          <p:nvPr>
            <p:ph type="body" sz="quarter" idx="3"/>
          </p:nvPr>
        </p:nvSpPr>
        <p:spPr bwMode="auto">
          <a:xfrm>
            <a:off x="666750" y="4664075"/>
            <a:ext cx="5329238" cy="4419600"/>
          </a:xfrm>
          <a:prstGeom prst="rect">
            <a:avLst/>
          </a:prstGeom>
          <a:noFill/>
          <a:ln>
            <a:noFill/>
          </a:ln>
        </p:spPr>
        <p:txBody>
          <a:bodyPr numCol="1" anchor="ctr" anchorCtr="0" compatLnSpc="1">
            <a:noAutofit/>
          </a:bodyPr>
          <a:lstStyle>
            <a:lvl1pPr marL="0" indent="0" algn="l" defTabSz="914400" rtl="0" eaLnBrk="0" fontAlgn="base" hangingPunct="0">
              <a:lnSpc>
                <a:spcPct val="100000"/>
              </a:lnSpc>
              <a:spcBef>
                <a:spcPct val="30000"/>
              </a:spcBef>
              <a:spcAft>
                <a:spcPct val="0"/>
              </a:spcAft>
              <a:buClrTx/>
              <a:buSzTx/>
              <a:buFontTx/>
              <a:buNone/>
              <a:defRPr kumimoji="0" lang="zh-CN" altLang="en-US" sz="12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30000"/>
              </a:spcBef>
              <a:spcAft>
                <a:spcPct val="0"/>
              </a:spcAft>
              <a:buClrTx/>
              <a:buSzTx/>
              <a:buFontTx/>
              <a:buNone/>
              <a:defRPr kumimoji="0" lang="zh-CN" altLang="en-US" sz="12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30000"/>
              </a:spcBef>
              <a:spcAft>
                <a:spcPct val="0"/>
              </a:spcAft>
              <a:buClrTx/>
              <a:buSzTx/>
              <a:buFontTx/>
              <a:buNone/>
              <a:defRPr kumimoji="0" lang="zh-CN" altLang="en-US" sz="12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30000"/>
              </a:spcBef>
              <a:spcAft>
                <a:spcPct val="0"/>
              </a:spcAft>
              <a:buClrTx/>
              <a:buSzTx/>
              <a:buFontTx/>
              <a:buNone/>
              <a:defRPr kumimoji="0" lang="zh-CN" altLang="en-US" sz="12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30000"/>
              </a:spcBef>
              <a:spcAft>
                <a:spcPct val="0"/>
              </a:spcAft>
              <a:buClrTx/>
              <a:buSzTx/>
              <a:buFontTx/>
              <a:buNone/>
              <a:defRPr kumimoji="0" lang="zh-CN" altLang="en-US" sz="1200" b="0" i="0" u="none" baseline="0">
                <a:solidFill>
                  <a:schemeClr val="tx1"/>
                </a:solidFill>
                <a:effectLst/>
                <a:latin typeface="Arial" panose="020B0604020202020204" pitchFamily="34" charset="0"/>
                <a:ea typeface="宋体" panose="02010600030101010101" pitchFamily="2" charset="-122"/>
              </a:defRPr>
            </a:lvl5pPr>
          </a:lstStyle>
          <a:p>
            <a:pPr lvl="0"/>
            <a:r>
              <a:t>单击此处编辑母版文本样式</a:t>
            </a:r>
          </a:p>
          <a:p>
            <a:pPr lvl="1"/>
            <a:r>
              <a:t>第二级</a:t>
            </a:r>
          </a:p>
          <a:p>
            <a:pPr lvl="2"/>
            <a:r>
              <a:t>第三级</a:t>
            </a:r>
          </a:p>
          <a:p>
            <a:pPr lvl="3"/>
            <a:r>
              <a:t>第四级</a:t>
            </a:r>
          </a:p>
          <a:p>
            <a:pPr lvl="4"/>
            <a:r>
              <a:t>第五级</a:t>
            </a:r>
          </a:p>
        </p:txBody>
      </p:sp>
      <p:sp>
        <p:nvSpPr>
          <p:cNvPr id="99334" name="Rectangle 6"/>
          <p:cNvSpPr>
            <a:spLocks noGrp="1" noChangeArrowheads="1"/>
          </p:cNvSpPr>
          <p:nvPr>
            <p:ph type="ftr" sz="quarter" idx="4"/>
          </p:nvPr>
        </p:nvSpPr>
        <p:spPr bwMode="auto">
          <a:xfrm>
            <a:off x="0" y="9328150"/>
            <a:ext cx="2887663" cy="490538"/>
          </a:xfrm>
          <a:prstGeom prst="rect">
            <a:avLst/>
          </a:prstGeom>
          <a:noFill/>
          <a:ln>
            <a:noFill/>
          </a:ln>
        </p:spPr>
        <p:txBody>
          <a:bodyPr numCol="1" anchor="b" anchorCtr="0"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200" b="0" i="0" u="none" baseline="0">
                <a:solidFill>
                  <a:schemeClr val="tx1"/>
                </a:solidFill>
                <a:latin typeface="Arial" panose="020B0604020202020204" pitchFamily="34" charset="0"/>
                <a:ea typeface="宋体" panose="02010600030101010101" pitchFamily="2"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en-US" altLang="zh-CN" sz="1200">
              <a:latin typeface="Arial" panose="020B0604020202020204" pitchFamily="34" charset="0"/>
              <a:ea typeface="宋体" panose="02010600030101010101" pitchFamily="2" charset="-122"/>
            </a:endParaRPr>
          </a:p>
        </p:txBody>
      </p:sp>
      <p:sp>
        <p:nvSpPr>
          <p:cNvPr id="99335" name="Rectangle 7"/>
          <p:cNvSpPr>
            <a:spLocks noGrp="1" noChangeArrowheads="1"/>
          </p:cNvSpPr>
          <p:nvPr>
            <p:ph type="sldNum" sz="quarter" idx="5"/>
          </p:nvPr>
        </p:nvSpPr>
        <p:spPr bwMode="auto">
          <a:xfrm>
            <a:off x="3773488" y="9328150"/>
            <a:ext cx="2887662" cy="490538"/>
          </a:xfrm>
          <a:prstGeom prst="rect">
            <a:avLst/>
          </a:prstGeom>
          <a:noFill/>
          <a:ln>
            <a:noFill/>
          </a:ln>
        </p:spPr>
        <p:txBody>
          <a:bodyPr numCol="1" anchor="b" anchorCtr="0"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200" b="0" i="0" u="none" baseline="0">
                <a:solidFill>
                  <a:schemeClr val="tx1"/>
                </a:solidFill>
                <a:latin typeface="Arial" panose="020B0604020202020204" pitchFamily="34" charset="0"/>
                <a:ea typeface="宋体" panose="02010600030101010101" pitchFamily="2"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DE1A5BD-761E-48FF-9379-37AC0ABB5DFF}" type="slidenum">
              <a:rPr lang="en-US" altLang="zh-CN" sz="1200">
                <a:latin typeface="Arial" panose="020B0604020202020204" pitchFamily="34" charset="0"/>
                <a:ea typeface="宋体" panose="02010600030101010101" pitchFamily="2" charset="-122"/>
              </a:rPr>
            </a:fld>
            <a:endParaRPr lang="en-US" altLang="zh-CN" sz="1200">
              <a:latin typeface="Arial" panose="020B0604020202020204" pitchFamily="34" charset="0"/>
              <a:ea typeface="宋体" panose="02010600030101010101" pitchFamily="2" charset="-122"/>
            </a:endParaRPr>
          </a:p>
        </p:txBody>
      </p:sp>
    </p:spTree>
  </p:cSld>
  <p:clrMap bg1="lt1" tx1="dk1" bg2="lt2" tx2="dk2" accent1="accent1" accent2="accent2" accent3="accent3" accent4="accent4" accent5="accent5" accent6="accent6" hlink="hlink" folHlink="folHlink"/>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Tree>
  </p:cSld>
  <p:clrMapOvr>
    <a:masterClrMapping/>
  </p:clrMapOvr>
  <p:transition>
    <p:random/>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457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648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Tree>
  </p:cSld>
  <p:clrMapOvr>
    <a:masterClrMapping/>
  </p:clrMapOvr>
  <p:transition>
    <p:random/>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p:random/>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
                <a:schemeClr val="tx1"/>
              </a:buClr>
              <a:buSzPct val="75000"/>
              <a:buFont typeface="Wingdings" panose="05000000000000000000" pitchFamily="2" charset="2"/>
              <a:buNone/>
              <a:defRPr/>
            </a:pPr>
            <a:endParaRPr kumimoji="0" lang="zh-CN" altLang="en-US" sz="3200" b="0" i="0" u="none" strike="noStrike" kern="1200" cap="none" spc="0" normalizeH="0" baseline="0" noProof="0">
              <a:ln>
                <a:noFill/>
              </a:ln>
              <a:solidFill>
                <a:srgbClr val="000000"/>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972300" y="152400"/>
            <a:ext cx="2171700" cy="5516563"/>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152400"/>
            <a:ext cx="6362700" cy="5516563"/>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Tree>
  </p:cSld>
  <p:clrMapOvr>
    <a:masterClrMapping/>
  </p:clrMapOvr>
  <p:transition>
    <p:random/>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457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648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Tree>
  </p:cSld>
  <p:clrMapOvr>
    <a:masterClrMapping/>
  </p:clrMapOvr>
  <p:transition>
    <p:random/>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p:random/>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
                <a:schemeClr val="tx1"/>
              </a:buClr>
              <a:buSzPct val="75000"/>
              <a:buFont typeface="Wingdings" panose="05000000000000000000" pitchFamily="2" charset="2"/>
              <a:buNone/>
              <a:defRPr/>
            </a:pPr>
            <a:endParaRPr kumimoji="0" lang="zh-CN" altLang="en-US" sz="3200" b="0" i="0" u="none" strike="noStrike" kern="1200" cap="none" spc="0" normalizeH="0" baseline="0" noProof="0">
              <a:ln>
                <a:noFill/>
              </a:ln>
              <a:solidFill>
                <a:srgbClr val="000000"/>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972300" y="152400"/>
            <a:ext cx="2171700" cy="5516563"/>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152400"/>
            <a:ext cx="6362700" cy="5516563"/>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5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Tree>
  </p:cSld>
  <p:clrMapOvr>
    <a:masterClrMapping/>
  </p:clrMapOvr>
  <p:transition>
    <p:random/>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457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648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Tree>
  </p:cSld>
  <p:clrMapOvr>
    <a:masterClrMapping/>
  </p:clrMapOvr>
  <p:transition>
    <p:random/>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p:random/>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
                <a:schemeClr val="tx1"/>
              </a:buClr>
              <a:buSzPct val="75000"/>
              <a:buFont typeface="Wingdings" panose="05000000000000000000" pitchFamily="2" charset="2"/>
              <a:buNone/>
              <a:defRPr/>
            </a:pPr>
            <a:endParaRPr kumimoji="0" lang="zh-CN" altLang="en-US" sz="3200" b="0" i="0" u="none" strike="noStrike" kern="1200" cap="none" spc="0" normalizeH="0" baseline="0" noProof="0">
              <a:ln>
                <a:noFill/>
              </a:ln>
              <a:solidFill>
                <a:srgbClr val="000000"/>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972300" y="152400"/>
            <a:ext cx="2171700" cy="5516563"/>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152400"/>
            <a:ext cx="6362700" cy="5516563"/>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Tree>
  </p:cSld>
  <p:clrMapOvr>
    <a:masterClrMapping/>
  </p:clrMapOvr>
  <p:transition>
    <p:random/>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457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648200" y="1143000"/>
            <a:ext cx="4038600" cy="4525963"/>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Tree>
  </p:cSld>
  <p:clrMapOvr>
    <a:masterClrMapping/>
  </p:clrMapOvr>
  <p:transition>
    <p:random/>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p:random/>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
                <a:schemeClr val="tx1"/>
              </a:buClr>
              <a:buSzPct val="75000"/>
              <a:buFont typeface="Wingdings" panose="05000000000000000000" pitchFamily="2" charset="2"/>
              <a:buNone/>
              <a:defRPr/>
            </a:pPr>
            <a:endParaRPr kumimoji="0" lang="zh-CN" altLang="en-US" sz="3200" b="0" i="0" u="none" strike="noStrike" kern="1200" cap="none" spc="0" normalizeH="0" baseline="0" noProof="0">
              <a:ln>
                <a:noFill/>
              </a:ln>
              <a:solidFill>
                <a:srgbClr val="000000"/>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Tree>
  </p:cSld>
  <p:clrMapOvr>
    <a:masterClrMapping/>
  </p:clrMapOvr>
  <p:transition>
    <p:random/>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972300" y="152400"/>
            <a:ext cx="2171700" cy="5516563"/>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152400"/>
            <a:ext cx="6362700" cy="5516563"/>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Tree>
  </p:cSld>
  <p:clrMapOvr>
    <a:masterClrMapping/>
  </p:clrMapOvr>
  <p:transition>
    <p:random/>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3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6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7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8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79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1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3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8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0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1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2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3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4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7.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5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8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99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5"/>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6"/>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4"/>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2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灯片编号占位符 3"/>
          <p:cNvSpPr>
            <a:spLocks noGrp="1" noChangeArrowheads="1"/>
          </p:cNvSpPr>
          <p:nvPr>
            <p:ph type="sldNum" sz="quarter" idx="10"/>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3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 name="Rectangle 6"/>
          <p:cNvSpPr>
            <a:spLocks noGrp="1" noChangeArrowheads="1"/>
          </p:cNvSpPr>
          <p:nvPr>
            <p:ph type="sldNum" sz="quarter" idx="12"/>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4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715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内容占位符 3"/>
          <p:cNvSpPr>
            <a:spLocks noGrp="1"/>
          </p:cNvSpPr>
          <p:nvPr>
            <p:ph sz="half" idx="2"/>
          </p:nvPr>
        </p:nvSpPr>
        <p:spPr>
          <a:xfrm>
            <a:off x="4948238" y="838200"/>
            <a:ext cx="3924300" cy="5181600"/>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630238" y="2505075"/>
            <a:ext cx="3868737"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29150" y="2505075"/>
            <a:ext cx="3887788" cy="3684588"/>
          </a:xfrm>
        </p:spPr>
        <p:txBody>
          <a:body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7"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0" lang="zh-CN" altLang="en-US" sz="3200" b="0" i="0" u="none" strike="noStrike" kern="1200" cap="none" spc="0" normalizeH="0" baseline="0" noProof="0">
              <a:ln>
                <a:noFill/>
              </a:ln>
              <a:solidFill>
                <a:schemeClr val="tx1"/>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Layouts/slideLayout105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72288" y="152400"/>
            <a:ext cx="2000250" cy="5867400"/>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71538" y="152400"/>
            <a:ext cx="5848350" cy="5867400"/>
          </a:xfrm>
        </p:spPr>
        <p:txBody>
          <a:bodyPr vert="eaVert"/>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4" name="Rectangle 4"/>
          <p:cNvSpPr>
            <a:spLocks noGrp="1" noChangeArrowheads="1"/>
          </p:cNvSpPr>
          <p:nvPr>
            <p:ph type="dt" sz="half" idx="10"/>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 name="Rectangle 5"/>
          <p:cNvSpPr>
            <a:spLocks noGrp="1" noChangeArrowheads="1"/>
          </p:cNvSpPr>
          <p:nvPr>
            <p:ph type="ftr" sz="quarter" idx="11"/>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Tree>
  </p:cSld>
  <p:clrMapOvr>
    <a:masterClrMapping/>
  </p:clrMapOvr>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4" Type="http://schemas.openxmlformats.org/officeDocument/2006/relationships/theme" Target="../theme/theme1.xml"/><Relationship Id="rId13" Type="http://schemas.openxmlformats.org/officeDocument/2006/relationships/image" Target="file:///D:\qq&#25991;&#20214;\712321467\Image\C2C\Image2\%7b75232B38-A165-1FB7-499C-2E1C792CACB5%7d.png" TargetMode="External"/><Relationship Id="rId12" Type="http://schemas.openxmlformats.org/officeDocument/2006/relationships/image" Target="../media/image1.png"/><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0.xml"/><Relationship Id="rId8" Type="http://schemas.openxmlformats.org/officeDocument/2006/relationships/slideLayout" Target="../slideLayouts/slideLayout19.xml"/><Relationship Id="rId7" Type="http://schemas.openxmlformats.org/officeDocument/2006/relationships/slideLayout" Target="../slideLayouts/slideLayout18.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3" Type="http://schemas.openxmlformats.org/officeDocument/2006/relationships/slideLayout" Target="../slideLayouts/slideLayout14.xml"/><Relationship Id="rId21" Type="http://schemas.openxmlformats.org/officeDocument/2006/relationships/theme" Target="../theme/theme2.xml"/><Relationship Id="rId20" Type="http://schemas.openxmlformats.org/officeDocument/2006/relationships/image" Target="file:///D:\qq&#25991;&#20214;\712321467\Image\C2C\Image2\%7b75232B38-A165-1FB7-499C-2E1C792CACB5%7d.png" TargetMode="External"/><Relationship Id="rId2" Type="http://schemas.openxmlformats.org/officeDocument/2006/relationships/slideLayout" Target="../slideLayouts/slideLayout13.xml"/><Relationship Id="rId19" Type="http://schemas.openxmlformats.org/officeDocument/2006/relationships/image" Target="../media/image1.png"/><Relationship Id="rId18" Type="http://schemas.openxmlformats.org/officeDocument/2006/relationships/image" Target="../media/image8.png"/><Relationship Id="rId17" Type="http://schemas.openxmlformats.org/officeDocument/2006/relationships/image" Target="../media/image7.png"/><Relationship Id="rId16" Type="http://schemas.openxmlformats.org/officeDocument/2006/relationships/image" Target="../media/image6.png"/><Relationship Id="rId15" Type="http://schemas.openxmlformats.org/officeDocument/2006/relationships/image" Target="../media/image5.jpeg"/><Relationship Id="rId14" Type="http://schemas.openxmlformats.org/officeDocument/2006/relationships/image" Target="../media/image4.jpeg"/><Relationship Id="rId13" Type="http://schemas.openxmlformats.org/officeDocument/2006/relationships/image" Target="../media/image3.png"/><Relationship Id="rId12" Type="http://schemas.openxmlformats.org/officeDocument/2006/relationships/image" Target="../media/image2.jpeg"/><Relationship Id="rId11" Type="http://schemas.openxmlformats.org/officeDocument/2006/relationships/slideLayout" Target="../slideLayouts/slideLayout22.xml"/><Relationship Id="rId10" Type="http://schemas.openxmlformats.org/officeDocument/2006/relationships/slideLayout" Target="../slideLayouts/slideLayout21.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9" Type="http://schemas.openxmlformats.org/officeDocument/2006/relationships/slideLayout" Target="../slideLayouts/slideLayout31.xml"/><Relationship Id="rId8" Type="http://schemas.openxmlformats.org/officeDocument/2006/relationships/slideLayout" Target="../slideLayouts/slideLayout30.xml"/><Relationship Id="rId7" Type="http://schemas.openxmlformats.org/officeDocument/2006/relationships/slideLayout" Target="../slideLayouts/slideLayout29.xml"/><Relationship Id="rId6" Type="http://schemas.openxmlformats.org/officeDocument/2006/relationships/slideLayout" Target="../slideLayouts/slideLayout28.xml"/><Relationship Id="rId5" Type="http://schemas.openxmlformats.org/officeDocument/2006/relationships/slideLayout" Target="../slideLayouts/slideLayout27.xml"/><Relationship Id="rId4" Type="http://schemas.openxmlformats.org/officeDocument/2006/relationships/slideLayout" Target="../slideLayouts/slideLayout26.xml"/><Relationship Id="rId3" Type="http://schemas.openxmlformats.org/officeDocument/2006/relationships/slideLayout" Target="../slideLayouts/slideLayout25.xml"/><Relationship Id="rId2" Type="http://schemas.openxmlformats.org/officeDocument/2006/relationships/slideLayout" Target="../slideLayouts/slideLayout24.xml"/><Relationship Id="rId15" Type="http://schemas.openxmlformats.org/officeDocument/2006/relationships/theme" Target="../theme/theme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3.xml"/><Relationship Id="rId10" Type="http://schemas.openxmlformats.org/officeDocument/2006/relationships/slideLayout" Target="../slideLayouts/slideLayout32.xml"/><Relationship Id="rId1" Type="http://schemas.openxmlformats.org/officeDocument/2006/relationships/slideLayout" Target="../slideLayouts/slideLayout23.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slideLayout" Target="../slideLayouts/slideLayout41.xml"/><Relationship Id="rId7" Type="http://schemas.openxmlformats.org/officeDocument/2006/relationships/slideLayout" Target="../slideLayouts/slideLayout40.xml"/><Relationship Id="rId6" Type="http://schemas.openxmlformats.org/officeDocument/2006/relationships/slideLayout" Target="../slideLayouts/slideLayout39.xml"/><Relationship Id="rId5" Type="http://schemas.openxmlformats.org/officeDocument/2006/relationships/slideLayout" Target="../slideLayouts/slideLayout38.xml"/><Relationship Id="rId4" Type="http://schemas.openxmlformats.org/officeDocument/2006/relationships/slideLayout" Target="../slideLayouts/slideLayout37.xml"/><Relationship Id="rId3" Type="http://schemas.openxmlformats.org/officeDocument/2006/relationships/slideLayout" Target="../slideLayouts/slideLayout36.xml"/><Relationship Id="rId22" Type="http://schemas.openxmlformats.org/officeDocument/2006/relationships/theme" Target="../theme/theme4.xml"/><Relationship Id="rId21" Type="http://schemas.openxmlformats.org/officeDocument/2006/relationships/image" Target="file:///D:\qq&#25991;&#20214;\712321467\Image\C2C\Image2\%7b75232B38-A165-1FB7-499C-2E1C792CACB5%7d.png" TargetMode="External"/><Relationship Id="rId20" Type="http://schemas.openxmlformats.org/officeDocument/2006/relationships/image" Target="../media/image1.png"/><Relationship Id="rId2" Type="http://schemas.openxmlformats.org/officeDocument/2006/relationships/slideLayout" Target="../slideLayouts/slideLayout35.xml"/><Relationship Id="rId19" Type="http://schemas.openxmlformats.org/officeDocument/2006/relationships/image" Target="../media/image8.png"/><Relationship Id="rId18" Type="http://schemas.openxmlformats.org/officeDocument/2006/relationships/image" Target="../media/image7.png"/><Relationship Id="rId17" Type="http://schemas.openxmlformats.org/officeDocument/2006/relationships/image" Target="../media/image9.png"/><Relationship Id="rId16" Type="http://schemas.openxmlformats.org/officeDocument/2006/relationships/image" Target="../media/image5.jpeg"/><Relationship Id="rId15" Type="http://schemas.openxmlformats.org/officeDocument/2006/relationships/image" Target="../media/image4.jpeg"/><Relationship Id="rId14" Type="http://schemas.openxmlformats.org/officeDocument/2006/relationships/image" Target="../media/image3.png"/><Relationship Id="rId13" Type="http://schemas.openxmlformats.org/officeDocument/2006/relationships/hyperlink" Target="&#21326;&#33150;&#25945;&#32946;.mht" TargetMode="External"/><Relationship Id="rId12" Type="http://schemas.openxmlformats.org/officeDocument/2006/relationships/image" Target="../media/image2.jpeg"/><Relationship Id="rId11" Type="http://schemas.openxmlformats.org/officeDocument/2006/relationships/slideLayout" Target="../slideLayouts/slideLayout44.xml"/><Relationship Id="rId10" Type="http://schemas.openxmlformats.org/officeDocument/2006/relationships/slideLayout" Target="../slideLayouts/slideLayout43.xml"/><Relationship Id="rId1"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9" Type="http://schemas.openxmlformats.org/officeDocument/2006/relationships/slideLayout" Target="../slideLayouts/slideLayout53.xml"/><Relationship Id="rId8" Type="http://schemas.openxmlformats.org/officeDocument/2006/relationships/slideLayout" Target="../slideLayouts/slideLayout52.xml"/><Relationship Id="rId7" Type="http://schemas.openxmlformats.org/officeDocument/2006/relationships/slideLayout" Target="../slideLayouts/slideLayout51.xml"/><Relationship Id="rId6" Type="http://schemas.openxmlformats.org/officeDocument/2006/relationships/slideLayout" Target="../slideLayouts/slideLayout50.xml"/><Relationship Id="rId5" Type="http://schemas.openxmlformats.org/officeDocument/2006/relationships/slideLayout" Target="../slideLayouts/slideLayout49.xml"/><Relationship Id="rId4" Type="http://schemas.openxmlformats.org/officeDocument/2006/relationships/slideLayout" Target="../slideLayouts/slideLayout48.xml"/><Relationship Id="rId3" Type="http://schemas.openxmlformats.org/officeDocument/2006/relationships/slideLayout" Target="../slideLayouts/slideLayout47.xml"/><Relationship Id="rId2" Type="http://schemas.openxmlformats.org/officeDocument/2006/relationships/slideLayout" Target="../slideLayouts/slideLayout46.xml"/><Relationship Id="rId15" Type="http://schemas.openxmlformats.org/officeDocument/2006/relationships/theme" Target="../theme/theme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55.xml"/><Relationship Id="rId10" Type="http://schemas.openxmlformats.org/officeDocument/2006/relationships/slideLayout" Target="../slideLayouts/slideLayout54.xml"/><Relationship Id="rId1" Type="http://schemas.openxmlformats.org/officeDocument/2006/relationships/slideLayout" Target="../slideLayouts/slideLayout45.xml"/></Relationships>
</file>

<file path=ppt/slideMasters/_rels/slideMaster6.xml.rels><?xml version="1.0" encoding="UTF-8" standalone="yes"?>
<Relationships xmlns="http://schemas.openxmlformats.org/package/2006/relationships"><Relationship Id="rId9" Type="http://schemas.openxmlformats.org/officeDocument/2006/relationships/slideLayout" Target="../slideLayouts/slideLayout64.xml"/><Relationship Id="rId8" Type="http://schemas.openxmlformats.org/officeDocument/2006/relationships/slideLayout" Target="../slideLayouts/slideLayout63.xml"/><Relationship Id="rId7" Type="http://schemas.openxmlformats.org/officeDocument/2006/relationships/slideLayout" Target="../slideLayouts/slideLayout62.xml"/><Relationship Id="rId6" Type="http://schemas.openxmlformats.org/officeDocument/2006/relationships/slideLayout" Target="../slideLayouts/slideLayout61.xml"/><Relationship Id="rId5" Type="http://schemas.openxmlformats.org/officeDocument/2006/relationships/slideLayout" Target="../slideLayouts/slideLayout60.xml"/><Relationship Id="rId4" Type="http://schemas.openxmlformats.org/officeDocument/2006/relationships/slideLayout" Target="../slideLayouts/slideLayout59.xml"/><Relationship Id="rId3" Type="http://schemas.openxmlformats.org/officeDocument/2006/relationships/slideLayout" Target="../slideLayouts/slideLayout58.xml"/><Relationship Id="rId2" Type="http://schemas.openxmlformats.org/officeDocument/2006/relationships/slideLayout" Target="../slideLayouts/slideLayout57.xml"/><Relationship Id="rId17" Type="http://schemas.openxmlformats.org/officeDocument/2006/relationships/theme" Target="../theme/theme6.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66.xml"/><Relationship Id="rId10" Type="http://schemas.openxmlformats.org/officeDocument/2006/relationships/slideLayout" Target="../slideLayouts/slideLayout65.xml"/><Relationship Id="rId1" Type="http://schemas.openxmlformats.org/officeDocument/2006/relationships/slideLayout" Target="../slideLayouts/slideLayout56.xml"/></Relationships>
</file>

<file path=ppt/slideMasters/_rels/slideMaster7.xml.rels><?xml version="1.0" encoding="UTF-8" standalone="yes"?>
<Relationships xmlns="http://schemas.openxmlformats.org/package/2006/relationships"><Relationship Id="rId9" Type="http://schemas.openxmlformats.org/officeDocument/2006/relationships/slideLayout" Target="../slideLayouts/slideLayout75.xml"/><Relationship Id="rId8" Type="http://schemas.openxmlformats.org/officeDocument/2006/relationships/slideLayout" Target="../slideLayouts/slideLayout74.xml"/><Relationship Id="rId7" Type="http://schemas.openxmlformats.org/officeDocument/2006/relationships/slideLayout" Target="../slideLayouts/slideLayout73.xml"/><Relationship Id="rId6" Type="http://schemas.openxmlformats.org/officeDocument/2006/relationships/slideLayout" Target="../slideLayouts/slideLayout72.xml"/><Relationship Id="rId5" Type="http://schemas.openxmlformats.org/officeDocument/2006/relationships/slideLayout" Target="../slideLayouts/slideLayout71.xml"/><Relationship Id="rId4" Type="http://schemas.openxmlformats.org/officeDocument/2006/relationships/slideLayout" Target="../slideLayouts/slideLayout70.xml"/><Relationship Id="rId3" Type="http://schemas.openxmlformats.org/officeDocument/2006/relationships/slideLayout" Target="../slideLayouts/slideLayout69.xml"/><Relationship Id="rId2" Type="http://schemas.openxmlformats.org/officeDocument/2006/relationships/slideLayout" Target="../slideLayouts/slideLayout68.xml"/><Relationship Id="rId15" Type="http://schemas.openxmlformats.org/officeDocument/2006/relationships/theme" Target="../theme/theme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7.xml"/><Relationship Id="rId10" Type="http://schemas.openxmlformats.org/officeDocument/2006/relationships/slideLayout" Target="../slideLayouts/slideLayout76.xml"/><Relationship Id="rId1" Type="http://schemas.openxmlformats.org/officeDocument/2006/relationships/slideLayout" Target="../slideLayouts/slideLayout67.xml"/></Relationships>
</file>

<file path=ppt/slideMasters/_rels/slideMaster8.xml.rels><?xml version="1.0" encoding="UTF-8" standalone="yes"?>
<Relationships xmlns="http://schemas.openxmlformats.org/package/2006/relationships"><Relationship Id="rId9" Type="http://schemas.openxmlformats.org/officeDocument/2006/relationships/slideLayout" Target="../slideLayouts/slideLayout86.xml"/><Relationship Id="rId8" Type="http://schemas.openxmlformats.org/officeDocument/2006/relationships/slideLayout" Target="../slideLayouts/slideLayout85.xml"/><Relationship Id="rId7" Type="http://schemas.openxmlformats.org/officeDocument/2006/relationships/slideLayout" Target="../slideLayouts/slideLayout84.xml"/><Relationship Id="rId6" Type="http://schemas.openxmlformats.org/officeDocument/2006/relationships/slideLayout" Target="../slideLayouts/slideLayout83.xml"/><Relationship Id="rId5" Type="http://schemas.openxmlformats.org/officeDocument/2006/relationships/slideLayout" Target="../slideLayouts/slideLayout82.xml"/><Relationship Id="rId4" Type="http://schemas.openxmlformats.org/officeDocument/2006/relationships/slideLayout" Target="../slideLayouts/slideLayout81.xml"/><Relationship Id="rId3" Type="http://schemas.openxmlformats.org/officeDocument/2006/relationships/slideLayout" Target="../slideLayouts/slideLayout80.xml"/><Relationship Id="rId2" Type="http://schemas.openxmlformats.org/officeDocument/2006/relationships/slideLayout" Target="../slideLayouts/slideLayout79.xml"/><Relationship Id="rId15" Type="http://schemas.openxmlformats.org/officeDocument/2006/relationships/theme" Target="../theme/theme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8.xml"/><Relationship Id="rId10" Type="http://schemas.openxmlformats.org/officeDocument/2006/relationships/slideLayout" Target="../slideLayouts/slideLayout87.xml"/><Relationship Id="rId1"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9" Type="http://schemas.openxmlformats.org/officeDocument/2006/relationships/slideLayout" Target="../slideLayouts/slideLayout97.xml"/><Relationship Id="rId8" Type="http://schemas.openxmlformats.org/officeDocument/2006/relationships/slideLayout" Target="../slideLayouts/slideLayout96.xml"/><Relationship Id="rId7" Type="http://schemas.openxmlformats.org/officeDocument/2006/relationships/slideLayout" Target="../slideLayouts/slideLayout95.xml"/><Relationship Id="rId6" Type="http://schemas.openxmlformats.org/officeDocument/2006/relationships/slideLayout" Target="../slideLayouts/slideLayout94.xml"/><Relationship Id="rId5" Type="http://schemas.openxmlformats.org/officeDocument/2006/relationships/slideLayout" Target="../slideLayouts/slideLayout93.xml"/><Relationship Id="rId4" Type="http://schemas.openxmlformats.org/officeDocument/2006/relationships/slideLayout" Target="../slideLayouts/slideLayout92.xml"/><Relationship Id="rId3" Type="http://schemas.openxmlformats.org/officeDocument/2006/relationships/slideLayout" Target="../slideLayouts/slideLayout91.xml"/><Relationship Id="rId2" Type="http://schemas.openxmlformats.org/officeDocument/2006/relationships/slideLayout" Target="../slideLayouts/slideLayout90.xml"/><Relationship Id="rId17" Type="http://schemas.openxmlformats.org/officeDocument/2006/relationships/theme" Target="../theme/theme9.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99.xml"/><Relationship Id="rId10" Type="http://schemas.openxmlformats.org/officeDocument/2006/relationships/slideLayout" Target="../slideLayouts/slideLayout98.xml"/><Relationship Id="rId1" Type="http://schemas.openxmlformats.org/officeDocument/2006/relationships/slideLayout" Target="../slideLayouts/slideLayout89.xml"/></Relationships>
</file>

<file path=ppt/slideMasters/_rels/slideMaster10.xml.rels><?xml version="1.0" encoding="UTF-8" standalone="yes"?>
<Relationships xmlns="http://schemas.openxmlformats.org/package/2006/relationships"><Relationship Id="rId9" Type="http://schemas.openxmlformats.org/officeDocument/2006/relationships/slideLayout" Target="../slideLayouts/slideLayout108.xml"/><Relationship Id="rId8" Type="http://schemas.openxmlformats.org/officeDocument/2006/relationships/slideLayout" Target="../slideLayouts/slideLayout107.xml"/><Relationship Id="rId7" Type="http://schemas.openxmlformats.org/officeDocument/2006/relationships/slideLayout" Target="../slideLayouts/slideLayout106.xml"/><Relationship Id="rId6" Type="http://schemas.openxmlformats.org/officeDocument/2006/relationships/slideLayout" Target="../slideLayouts/slideLayout105.xml"/><Relationship Id="rId5" Type="http://schemas.openxmlformats.org/officeDocument/2006/relationships/slideLayout" Target="../slideLayouts/slideLayout104.xml"/><Relationship Id="rId4" Type="http://schemas.openxmlformats.org/officeDocument/2006/relationships/slideLayout" Target="../slideLayouts/slideLayout103.xml"/><Relationship Id="rId3" Type="http://schemas.openxmlformats.org/officeDocument/2006/relationships/slideLayout" Target="../slideLayouts/slideLayout102.xml"/><Relationship Id="rId2" Type="http://schemas.openxmlformats.org/officeDocument/2006/relationships/slideLayout" Target="../slideLayouts/slideLayout101.xml"/><Relationship Id="rId15" Type="http://schemas.openxmlformats.org/officeDocument/2006/relationships/theme" Target="../theme/theme10.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10.xml"/><Relationship Id="rId10" Type="http://schemas.openxmlformats.org/officeDocument/2006/relationships/slideLayout" Target="../slideLayouts/slideLayout109.xml"/><Relationship Id="rId1" Type="http://schemas.openxmlformats.org/officeDocument/2006/relationships/slideLayout" Target="../slideLayouts/slideLayout100.xml"/></Relationships>
</file>

<file path=ppt/slideMasters/_rels/slideMaster11.xml.rels><?xml version="1.0" encoding="UTF-8" standalone="yes"?>
<Relationships xmlns="http://schemas.openxmlformats.org/package/2006/relationships"><Relationship Id="rId9" Type="http://schemas.openxmlformats.org/officeDocument/2006/relationships/slideLayout" Target="../slideLayouts/slideLayout119.xml"/><Relationship Id="rId8" Type="http://schemas.openxmlformats.org/officeDocument/2006/relationships/slideLayout" Target="../slideLayouts/slideLayout118.xml"/><Relationship Id="rId7" Type="http://schemas.openxmlformats.org/officeDocument/2006/relationships/slideLayout" Target="../slideLayouts/slideLayout117.xml"/><Relationship Id="rId6" Type="http://schemas.openxmlformats.org/officeDocument/2006/relationships/slideLayout" Target="../slideLayouts/slideLayout116.xml"/><Relationship Id="rId5" Type="http://schemas.openxmlformats.org/officeDocument/2006/relationships/slideLayout" Target="../slideLayouts/slideLayout115.xml"/><Relationship Id="rId4" Type="http://schemas.openxmlformats.org/officeDocument/2006/relationships/slideLayout" Target="../slideLayouts/slideLayout114.xml"/><Relationship Id="rId3" Type="http://schemas.openxmlformats.org/officeDocument/2006/relationships/slideLayout" Target="../slideLayouts/slideLayout113.xml"/><Relationship Id="rId2" Type="http://schemas.openxmlformats.org/officeDocument/2006/relationships/slideLayout" Target="../slideLayouts/slideLayout112.xml"/><Relationship Id="rId15" Type="http://schemas.openxmlformats.org/officeDocument/2006/relationships/theme" Target="../theme/theme11.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21.xml"/><Relationship Id="rId10" Type="http://schemas.openxmlformats.org/officeDocument/2006/relationships/slideLayout" Target="../slideLayouts/slideLayout120.xml"/><Relationship Id="rId1" Type="http://schemas.openxmlformats.org/officeDocument/2006/relationships/slideLayout" Target="../slideLayouts/slideLayout111.xml"/></Relationships>
</file>

<file path=ppt/slideMasters/_rels/slideMaster12.xml.rels><?xml version="1.0" encoding="UTF-8" standalone="yes"?>
<Relationships xmlns="http://schemas.openxmlformats.org/package/2006/relationships"><Relationship Id="rId9" Type="http://schemas.openxmlformats.org/officeDocument/2006/relationships/slideLayout" Target="../slideLayouts/slideLayout130.xml"/><Relationship Id="rId8" Type="http://schemas.openxmlformats.org/officeDocument/2006/relationships/slideLayout" Target="../slideLayouts/slideLayout129.xml"/><Relationship Id="rId7" Type="http://schemas.openxmlformats.org/officeDocument/2006/relationships/slideLayout" Target="../slideLayouts/slideLayout128.xml"/><Relationship Id="rId6" Type="http://schemas.openxmlformats.org/officeDocument/2006/relationships/slideLayout" Target="../slideLayouts/slideLayout127.xml"/><Relationship Id="rId5" Type="http://schemas.openxmlformats.org/officeDocument/2006/relationships/slideLayout" Target="../slideLayouts/slideLayout126.xml"/><Relationship Id="rId4" Type="http://schemas.openxmlformats.org/officeDocument/2006/relationships/slideLayout" Target="../slideLayouts/slideLayout125.xml"/><Relationship Id="rId3" Type="http://schemas.openxmlformats.org/officeDocument/2006/relationships/slideLayout" Target="../slideLayouts/slideLayout124.xml"/><Relationship Id="rId2" Type="http://schemas.openxmlformats.org/officeDocument/2006/relationships/slideLayout" Target="../slideLayouts/slideLayout123.xml"/><Relationship Id="rId15" Type="http://schemas.openxmlformats.org/officeDocument/2006/relationships/theme" Target="../theme/theme1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32.xml"/><Relationship Id="rId10" Type="http://schemas.openxmlformats.org/officeDocument/2006/relationships/slideLayout" Target="../slideLayouts/slideLayout131.xml"/><Relationship Id="rId1" Type="http://schemas.openxmlformats.org/officeDocument/2006/relationships/slideLayout" Target="../slideLayouts/slideLayout122.xml"/></Relationships>
</file>

<file path=ppt/slideMasters/_rels/slideMaster13.xml.rels><?xml version="1.0" encoding="UTF-8" standalone="yes"?>
<Relationships xmlns="http://schemas.openxmlformats.org/package/2006/relationships"><Relationship Id="rId9" Type="http://schemas.openxmlformats.org/officeDocument/2006/relationships/slideLayout" Target="../slideLayouts/slideLayout141.xml"/><Relationship Id="rId8" Type="http://schemas.openxmlformats.org/officeDocument/2006/relationships/slideLayout" Target="../slideLayouts/slideLayout140.xml"/><Relationship Id="rId7" Type="http://schemas.openxmlformats.org/officeDocument/2006/relationships/slideLayout" Target="../slideLayouts/slideLayout139.xml"/><Relationship Id="rId6" Type="http://schemas.openxmlformats.org/officeDocument/2006/relationships/slideLayout" Target="../slideLayouts/slideLayout138.xml"/><Relationship Id="rId5" Type="http://schemas.openxmlformats.org/officeDocument/2006/relationships/slideLayout" Target="../slideLayouts/slideLayout137.xml"/><Relationship Id="rId4" Type="http://schemas.openxmlformats.org/officeDocument/2006/relationships/slideLayout" Target="../slideLayouts/slideLayout136.xml"/><Relationship Id="rId3" Type="http://schemas.openxmlformats.org/officeDocument/2006/relationships/slideLayout" Target="../slideLayouts/slideLayout135.xml"/><Relationship Id="rId2" Type="http://schemas.openxmlformats.org/officeDocument/2006/relationships/slideLayout" Target="../slideLayouts/slideLayout134.xml"/><Relationship Id="rId15" Type="http://schemas.openxmlformats.org/officeDocument/2006/relationships/theme" Target="../theme/theme1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43.xml"/><Relationship Id="rId10" Type="http://schemas.openxmlformats.org/officeDocument/2006/relationships/slideLayout" Target="../slideLayouts/slideLayout142.xml"/><Relationship Id="rId1" Type="http://schemas.openxmlformats.org/officeDocument/2006/relationships/slideLayout" Target="../slideLayouts/slideLayout133.xml"/></Relationships>
</file>

<file path=ppt/slideMasters/_rels/slideMaster14.xml.rels><?xml version="1.0" encoding="UTF-8" standalone="yes"?>
<Relationships xmlns="http://schemas.openxmlformats.org/package/2006/relationships"><Relationship Id="rId9" Type="http://schemas.openxmlformats.org/officeDocument/2006/relationships/slideLayout" Target="../slideLayouts/slideLayout152.xml"/><Relationship Id="rId8" Type="http://schemas.openxmlformats.org/officeDocument/2006/relationships/slideLayout" Target="../slideLayouts/slideLayout151.xml"/><Relationship Id="rId7" Type="http://schemas.openxmlformats.org/officeDocument/2006/relationships/slideLayout" Target="../slideLayouts/slideLayout150.xml"/><Relationship Id="rId6" Type="http://schemas.openxmlformats.org/officeDocument/2006/relationships/slideLayout" Target="../slideLayouts/slideLayout149.xml"/><Relationship Id="rId5" Type="http://schemas.openxmlformats.org/officeDocument/2006/relationships/slideLayout" Target="../slideLayouts/slideLayout148.xml"/><Relationship Id="rId4" Type="http://schemas.openxmlformats.org/officeDocument/2006/relationships/slideLayout" Target="../slideLayouts/slideLayout147.xml"/><Relationship Id="rId3" Type="http://schemas.openxmlformats.org/officeDocument/2006/relationships/slideLayout" Target="../slideLayouts/slideLayout146.xml"/><Relationship Id="rId2" Type="http://schemas.openxmlformats.org/officeDocument/2006/relationships/slideLayout" Target="../slideLayouts/slideLayout145.xml"/><Relationship Id="rId15" Type="http://schemas.openxmlformats.org/officeDocument/2006/relationships/theme" Target="../theme/theme14.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54.xml"/><Relationship Id="rId10" Type="http://schemas.openxmlformats.org/officeDocument/2006/relationships/slideLayout" Target="../slideLayouts/slideLayout153.xml"/><Relationship Id="rId1" Type="http://schemas.openxmlformats.org/officeDocument/2006/relationships/slideLayout" Target="../slideLayouts/slideLayout144.xml"/></Relationships>
</file>

<file path=ppt/slideMasters/_rels/slideMaster15.xml.rels><?xml version="1.0" encoding="UTF-8" standalone="yes"?>
<Relationships xmlns="http://schemas.openxmlformats.org/package/2006/relationships"><Relationship Id="rId9" Type="http://schemas.openxmlformats.org/officeDocument/2006/relationships/slideLayout" Target="../slideLayouts/slideLayout163.xml"/><Relationship Id="rId8" Type="http://schemas.openxmlformats.org/officeDocument/2006/relationships/slideLayout" Target="../slideLayouts/slideLayout162.xml"/><Relationship Id="rId7" Type="http://schemas.openxmlformats.org/officeDocument/2006/relationships/slideLayout" Target="../slideLayouts/slideLayout161.xml"/><Relationship Id="rId6" Type="http://schemas.openxmlformats.org/officeDocument/2006/relationships/slideLayout" Target="../slideLayouts/slideLayout160.xml"/><Relationship Id="rId5" Type="http://schemas.openxmlformats.org/officeDocument/2006/relationships/slideLayout" Target="../slideLayouts/slideLayout159.xml"/><Relationship Id="rId4" Type="http://schemas.openxmlformats.org/officeDocument/2006/relationships/slideLayout" Target="../slideLayouts/slideLayout158.xml"/><Relationship Id="rId3" Type="http://schemas.openxmlformats.org/officeDocument/2006/relationships/slideLayout" Target="../slideLayouts/slideLayout157.xml"/><Relationship Id="rId2" Type="http://schemas.openxmlformats.org/officeDocument/2006/relationships/slideLayout" Target="../slideLayouts/slideLayout156.xml"/><Relationship Id="rId15" Type="http://schemas.openxmlformats.org/officeDocument/2006/relationships/theme" Target="../theme/theme1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65.xml"/><Relationship Id="rId10" Type="http://schemas.openxmlformats.org/officeDocument/2006/relationships/slideLayout" Target="../slideLayouts/slideLayout164.xml"/><Relationship Id="rId1" Type="http://schemas.openxmlformats.org/officeDocument/2006/relationships/slideLayout" Target="../slideLayouts/slideLayout155.xml"/></Relationships>
</file>

<file path=ppt/slideMasters/_rels/slideMaster16.xml.rels><?xml version="1.0" encoding="UTF-8" standalone="yes"?>
<Relationships xmlns="http://schemas.openxmlformats.org/package/2006/relationships"><Relationship Id="rId9" Type="http://schemas.openxmlformats.org/officeDocument/2006/relationships/slideLayout" Target="../slideLayouts/slideLayout174.xml"/><Relationship Id="rId8" Type="http://schemas.openxmlformats.org/officeDocument/2006/relationships/slideLayout" Target="../slideLayouts/slideLayout173.xml"/><Relationship Id="rId7" Type="http://schemas.openxmlformats.org/officeDocument/2006/relationships/slideLayout" Target="../slideLayouts/slideLayout172.xml"/><Relationship Id="rId6" Type="http://schemas.openxmlformats.org/officeDocument/2006/relationships/slideLayout" Target="../slideLayouts/slideLayout171.xml"/><Relationship Id="rId5" Type="http://schemas.openxmlformats.org/officeDocument/2006/relationships/slideLayout" Target="../slideLayouts/slideLayout170.xml"/><Relationship Id="rId4" Type="http://schemas.openxmlformats.org/officeDocument/2006/relationships/slideLayout" Target="../slideLayouts/slideLayout169.xml"/><Relationship Id="rId3" Type="http://schemas.openxmlformats.org/officeDocument/2006/relationships/slideLayout" Target="../slideLayouts/slideLayout168.xml"/><Relationship Id="rId2" Type="http://schemas.openxmlformats.org/officeDocument/2006/relationships/slideLayout" Target="../slideLayouts/slideLayout167.xml"/><Relationship Id="rId17" Type="http://schemas.openxmlformats.org/officeDocument/2006/relationships/theme" Target="../theme/theme16.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176.xml"/><Relationship Id="rId10" Type="http://schemas.openxmlformats.org/officeDocument/2006/relationships/slideLayout" Target="../slideLayouts/slideLayout175.xml"/><Relationship Id="rId1" Type="http://schemas.openxmlformats.org/officeDocument/2006/relationships/slideLayout" Target="../slideLayouts/slideLayout166.xml"/></Relationships>
</file>

<file path=ppt/slideMasters/_rels/slideMaster17.xml.rels><?xml version="1.0" encoding="UTF-8" standalone="yes"?>
<Relationships xmlns="http://schemas.openxmlformats.org/package/2006/relationships"><Relationship Id="rId9" Type="http://schemas.openxmlformats.org/officeDocument/2006/relationships/slideLayout" Target="../slideLayouts/slideLayout185.xml"/><Relationship Id="rId8" Type="http://schemas.openxmlformats.org/officeDocument/2006/relationships/slideLayout" Target="../slideLayouts/slideLayout184.xml"/><Relationship Id="rId7" Type="http://schemas.openxmlformats.org/officeDocument/2006/relationships/slideLayout" Target="../slideLayouts/slideLayout183.xml"/><Relationship Id="rId6" Type="http://schemas.openxmlformats.org/officeDocument/2006/relationships/slideLayout" Target="../slideLayouts/slideLayout182.xml"/><Relationship Id="rId5" Type="http://schemas.openxmlformats.org/officeDocument/2006/relationships/slideLayout" Target="../slideLayouts/slideLayout181.xml"/><Relationship Id="rId4" Type="http://schemas.openxmlformats.org/officeDocument/2006/relationships/slideLayout" Target="../slideLayouts/slideLayout180.xml"/><Relationship Id="rId3" Type="http://schemas.openxmlformats.org/officeDocument/2006/relationships/slideLayout" Target="../slideLayouts/slideLayout179.xml"/><Relationship Id="rId2" Type="http://schemas.openxmlformats.org/officeDocument/2006/relationships/slideLayout" Target="../slideLayouts/slideLayout178.xml"/><Relationship Id="rId15" Type="http://schemas.openxmlformats.org/officeDocument/2006/relationships/theme" Target="../theme/theme1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87.xml"/><Relationship Id="rId10" Type="http://schemas.openxmlformats.org/officeDocument/2006/relationships/slideLayout" Target="../slideLayouts/slideLayout186.xml"/><Relationship Id="rId1" Type="http://schemas.openxmlformats.org/officeDocument/2006/relationships/slideLayout" Target="../slideLayouts/slideLayout177.xml"/></Relationships>
</file>

<file path=ppt/slideMasters/_rels/slideMaster18.xml.rels><?xml version="1.0" encoding="UTF-8" standalone="yes"?>
<Relationships xmlns="http://schemas.openxmlformats.org/package/2006/relationships"><Relationship Id="rId9" Type="http://schemas.openxmlformats.org/officeDocument/2006/relationships/slideLayout" Target="../slideLayouts/slideLayout196.xml"/><Relationship Id="rId8" Type="http://schemas.openxmlformats.org/officeDocument/2006/relationships/slideLayout" Target="../slideLayouts/slideLayout195.xml"/><Relationship Id="rId7" Type="http://schemas.openxmlformats.org/officeDocument/2006/relationships/slideLayout" Target="../slideLayouts/slideLayout194.xml"/><Relationship Id="rId6" Type="http://schemas.openxmlformats.org/officeDocument/2006/relationships/slideLayout" Target="../slideLayouts/slideLayout193.xml"/><Relationship Id="rId5" Type="http://schemas.openxmlformats.org/officeDocument/2006/relationships/slideLayout" Target="../slideLayouts/slideLayout192.xml"/><Relationship Id="rId4" Type="http://schemas.openxmlformats.org/officeDocument/2006/relationships/slideLayout" Target="../slideLayouts/slideLayout191.xml"/><Relationship Id="rId3" Type="http://schemas.openxmlformats.org/officeDocument/2006/relationships/slideLayout" Target="../slideLayouts/slideLayout190.xml"/><Relationship Id="rId2" Type="http://schemas.openxmlformats.org/officeDocument/2006/relationships/slideLayout" Target="../slideLayouts/slideLayout189.xml"/><Relationship Id="rId15" Type="http://schemas.openxmlformats.org/officeDocument/2006/relationships/theme" Target="../theme/theme1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98.xml"/><Relationship Id="rId10" Type="http://schemas.openxmlformats.org/officeDocument/2006/relationships/slideLayout" Target="../slideLayouts/slideLayout197.xml"/><Relationship Id="rId1" Type="http://schemas.openxmlformats.org/officeDocument/2006/relationships/slideLayout" Target="../slideLayouts/slideLayout188.xml"/></Relationships>
</file>

<file path=ppt/slideMasters/_rels/slideMaster19.xml.rels><?xml version="1.0" encoding="UTF-8" standalone="yes"?>
<Relationships xmlns="http://schemas.openxmlformats.org/package/2006/relationships"><Relationship Id="rId9" Type="http://schemas.openxmlformats.org/officeDocument/2006/relationships/slideLayout" Target="../slideLayouts/slideLayout207.xml"/><Relationship Id="rId8" Type="http://schemas.openxmlformats.org/officeDocument/2006/relationships/slideLayout" Target="../slideLayouts/slideLayout206.xml"/><Relationship Id="rId7" Type="http://schemas.openxmlformats.org/officeDocument/2006/relationships/slideLayout" Target="../slideLayouts/slideLayout205.xml"/><Relationship Id="rId6" Type="http://schemas.openxmlformats.org/officeDocument/2006/relationships/slideLayout" Target="../slideLayouts/slideLayout204.xml"/><Relationship Id="rId5" Type="http://schemas.openxmlformats.org/officeDocument/2006/relationships/slideLayout" Target="../slideLayouts/slideLayout203.xml"/><Relationship Id="rId4" Type="http://schemas.openxmlformats.org/officeDocument/2006/relationships/slideLayout" Target="../slideLayouts/slideLayout202.xml"/><Relationship Id="rId3" Type="http://schemas.openxmlformats.org/officeDocument/2006/relationships/slideLayout" Target="../slideLayouts/slideLayout201.xml"/><Relationship Id="rId2" Type="http://schemas.openxmlformats.org/officeDocument/2006/relationships/slideLayout" Target="../slideLayouts/slideLayout200.xml"/><Relationship Id="rId15" Type="http://schemas.openxmlformats.org/officeDocument/2006/relationships/theme" Target="../theme/theme19.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09.xml"/><Relationship Id="rId10" Type="http://schemas.openxmlformats.org/officeDocument/2006/relationships/slideLayout" Target="../slideLayouts/slideLayout208.xml"/><Relationship Id="rId1" Type="http://schemas.openxmlformats.org/officeDocument/2006/relationships/slideLayout" Target="../slideLayouts/slideLayout199.xml"/></Relationships>
</file>

<file path=ppt/slideMasters/_rels/slideMaster20.xml.rels><?xml version="1.0" encoding="UTF-8" standalone="yes"?>
<Relationships xmlns="http://schemas.openxmlformats.org/package/2006/relationships"><Relationship Id="rId9" Type="http://schemas.openxmlformats.org/officeDocument/2006/relationships/slideLayout" Target="../slideLayouts/slideLayout218.xml"/><Relationship Id="rId8" Type="http://schemas.openxmlformats.org/officeDocument/2006/relationships/slideLayout" Target="../slideLayouts/slideLayout217.xml"/><Relationship Id="rId7" Type="http://schemas.openxmlformats.org/officeDocument/2006/relationships/slideLayout" Target="../slideLayouts/slideLayout216.xml"/><Relationship Id="rId6" Type="http://schemas.openxmlformats.org/officeDocument/2006/relationships/slideLayout" Target="../slideLayouts/slideLayout215.xml"/><Relationship Id="rId5" Type="http://schemas.openxmlformats.org/officeDocument/2006/relationships/slideLayout" Target="../slideLayouts/slideLayout214.xml"/><Relationship Id="rId4" Type="http://schemas.openxmlformats.org/officeDocument/2006/relationships/slideLayout" Target="../slideLayouts/slideLayout213.xml"/><Relationship Id="rId3" Type="http://schemas.openxmlformats.org/officeDocument/2006/relationships/slideLayout" Target="../slideLayouts/slideLayout212.xml"/><Relationship Id="rId2" Type="http://schemas.openxmlformats.org/officeDocument/2006/relationships/slideLayout" Target="../slideLayouts/slideLayout211.xml"/><Relationship Id="rId15" Type="http://schemas.openxmlformats.org/officeDocument/2006/relationships/theme" Target="../theme/theme20.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20.xml"/><Relationship Id="rId10" Type="http://schemas.openxmlformats.org/officeDocument/2006/relationships/slideLayout" Target="../slideLayouts/slideLayout219.xml"/><Relationship Id="rId1"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9" Type="http://schemas.openxmlformats.org/officeDocument/2006/relationships/slideLayout" Target="../slideLayouts/slideLayout229.xml"/><Relationship Id="rId8" Type="http://schemas.openxmlformats.org/officeDocument/2006/relationships/slideLayout" Target="../slideLayouts/slideLayout228.xml"/><Relationship Id="rId7" Type="http://schemas.openxmlformats.org/officeDocument/2006/relationships/slideLayout" Target="../slideLayouts/slideLayout227.xml"/><Relationship Id="rId6" Type="http://schemas.openxmlformats.org/officeDocument/2006/relationships/slideLayout" Target="../slideLayouts/slideLayout226.xml"/><Relationship Id="rId5" Type="http://schemas.openxmlformats.org/officeDocument/2006/relationships/slideLayout" Target="../slideLayouts/slideLayout225.xml"/><Relationship Id="rId4" Type="http://schemas.openxmlformats.org/officeDocument/2006/relationships/slideLayout" Target="../slideLayouts/slideLayout224.xml"/><Relationship Id="rId3" Type="http://schemas.openxmlformats.org/officeDocument/2006/relationships/slideLayout" Target="../slideLayouts/slideLayout223.xml"/><Relationship Id="rId2" Type="http://schemas.openxmlformats.org/officeDocument/2006/relationships/slideLayout" Target="../slideLayouts/slideLayout222.xml"/><Relationship Id="rId15" Type="http://schemas.openxmlformats.org/officeDocument/2006/relationships/theme" Target="../theme/theme21.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31.xml"/><Relationship Id="rId10" Type="http://schemas.openxmlformats.org/officeDocument/2006/relationships/slideLayout" Target="../slideLayouts/slideLayout230.xml"/><Relationship Id="rId1"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9" Type="http://schemas.openxmlformats.org/officeDocument/2006/relationships/slideLayout" Target="../slideLayouts/slideLayout240.xml"/><Relationship Id="rId8" Type="http://schemas.openxmlformats.org/officeDocument/2006/relationships/slideLayout" Target="../slideLayouts/slideLayout239.xml"/><Relationship Id="rId7" Type="http://schemas.openxmlformats.org/officeDocument/2006/relationships/slideLayout" Target="../slideLayouts/slideLayout238.xml"/><Relationship Id="rId6" Type="http://schemas.openxmlformats.org/officeDocument/2006/relationships/slideLayout" Target="../slideLayouts/slideLayout237.xml"/><Relationship Id="rId5" Type="http://schemas.openxmlformats.org/officeDocument/2006/relationships/slideLayout" Target="../slideLayouts/slideLayout236.xml"/><Relationship Id="rId4" Type="http://schemas.openxmlformats.org/officeDocument/2006/relationships/slideLayout" Target="../slideLayouts/slideLayout235.xml"/><Relationship Id="rId3" Type="http://schemas.openxmlformats.org/officeDocument/2006/relationships/slideLayout" Target="../slideLayouts/slideLayout234.xml"/><Relationship Id="rId2" Type="http://schemas.openxmlformats.org/officeDocument/2006/relationships/slideLayout" Target="../slideLayouts/slideLayout233.xml"/><Relationship Id="rId15" Type="http://schemas.openxmlformats.org/officeDocument/2006/relationships/theme" Target="../theme/theme2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42.xml"/><Relationship Id="rId10" Type="http://schemas.openxmlformats.org/officeDocument/2006/relationships/slideLayout" Target="../slideLayouts/slideLayout241.xml"/><Relationship Id="rId1"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9" Type="http://schemas.openxmlformats.org/officeDocument/2006/relationships/slideLayout" Target="../slideLayouts/slideLayout251.xml"/><Relationship Id="rId8" Type="http://schemas.openxmlformats.org/officeDocument/2006/relationships/slideLayout" Target="../slideLayouts/slideLayout250.xml"/><Relationship Id="rId7" Type="http://schemas.openxmlformats.org/officeDocument/2006/relationships/slideLayout" Target="../slideLayouts/slideLayout249.xml"/><Relationship Id="rId6" Type="http://schemas.openxmlformats.org/officeDocument/2006/relationships/slideLayout" Target="../slideLayouts/slideLayout248.xml"/><Relationship Id="rId5" Type="http://schemas.openxmlformats.org/officeDocument/2006/relationships/slideLayout" Target="../slideLayouts/slideLayout247.xml"/><Relationship Id="rId4" Type="http://schemas.openxmlformats.org/officeDocument/2006/relationships/slideLayout" Target="../slideLayouts/slideLayout246.xml"/><Relationship Id="rId3" Type="http://schemas.openxmlformats.org/officeDocument/2006/relationships/slideLayout" Target="../slideLayouts/slideLayout245.xml"/><Relationship Id="rId2" Type="http://schemas.openxmlformats.org/officeDocument/2006/relationships/slideLayout" Target="../slideLayouts/slideLayout244.xml"/><Relationship Id="rId17" Type="http://schemas.openxmlformats.org/officeDocument/2006/relationships/theme" Target="../theme/theme23.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253.xml"/><Relationship Id="rId10" Type="http://schemas.openxmlformats.org/officeDocument/2006/relationships/slideLayout" Target="../slideLayouts/slideLayout252.xml"/><Relationship Id="rId1"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9" Type="http://schemas.openxmlformats.org/officeDocument/2006/relationships/slideLayout" Target="../slideLayouts/slideLayout262.xml"/><Relationship Id="rId8" Type="http://schemas.openxmlformats.org/officeDocument/2006/relationships/slideLayout" Target="../slideLayouts/slideLayout261.xml"/><Relationship Id="rId7" Type="http://schemas.openxmlformats.org/officeDocument/2006/relationships/slideLayout" Target="../slideLayouts/slideLayout260.xml"/><Relationship Id="rId6" Type="http://schemas.openxmlformats.org/officeDocument/2006/relationships/slideLayout" Target="../slideLayouts/slideLayout259.xml"/><Relationship Id="rId5" Type="http://schemas.openxmlformats.org/officeDocument/2006/relationships/slideLayout" Target="../slideLayouts/slideLayout258.xml"/><Relationship Id="rId4" Type="http://schemas.openxmlformats.org/officeDocument/2006/relationships/slideLayout" Target="../slideLayouts/slideLayout257.xml"/><Relationship Id="rId3" Type="http://schemas.openxmlformats.org/officeDocument/2006/relationships/slideLayout" Target="../slideLayouts/slideLayout256.xml"/><Relationship Id="rId2" Type="http://schemas.openxmlformats.org/officeDocument/2006/relationships/slideLayout" Target="../slideLayouts/slideLayout255.xml"/><Relationship Id="rId15" Type="http://schemas.openxmlformats.org/officeDocument/2006/relationships/theme" Target="../theme/theme24.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64.xml"/><Relationship Id="rId10" Type="http://schemas.openxmlformats.org/officeDocument/2006/relationships/slideLayout" Target="../slideLayouts/slideLayout263.xml"/><Relationship Id="rId1" Type="http://schemas.openxmlformats.org/officeDocument/2006/relationships/slideLayout" Target="../slideLayouts/slideLayout254.xml"/></Relationships>
</file>

<file path=ppt/slideMasters/_rels/slideMaster25.xml.rels><?xml version="1.0" encoding="UTF-8" standalone="yes"?>
<Relationships xmlns="http://schemas.openxmlformats.org/package/2006/relationships"><Relationship Id="rId9" Type="http://schemas.openxmlformats.org/officeDocument/2006/relationships/slideLayout" Target="../slideLayouts/slideLayout273.xml"/><Relationship Id="rId8" Type="http://schemas.openxmlformats.org/officeDocument/2006/relationships/slideLayout" Target="../slideLayouts/slideLayout272.xml"/><Relationship Id="rId7" Type="http://schemas.openxmlformats.org/officeDocument/2006/relationships/slideLayout" Target="../slideLayouts/slideLayout271.xml"/><Relationship Id="rId6" Type="http://schemas.openxmlformats.org/officeDocument/2006/relationships/slideLayout" Target="../slideLayouts/slideLayout270.xml"/><Relationship Id="rId5" Type="http://schemas.openxmlformats.org/officeDocument/2006/relationships/slideLayout" Target="../slideLayouts/slideLayout269.xml"/><Relationship Id="rId4" Type="http://schemas.openxmlformats.org/officeDocument/2006/relationships/slideLayout" Target="../slideLayouts/slideLayout268.xml"/><Relationship Id="rId3" Type="http://schemas.openxmlformats.org/officeDocument/2006/relationships/slideLayout" Target="../slideLayouts/slideLayout267.xml"/><Relationship Id="rId2" Type="http://schemas.openxmlformats.org/officeDocument/2006/relationships/slideLayout" Target="../slideLayouts/slideLayout266.xml"/><Relationship Id="rId15" Type="http://schemas.openxmlformats.org/officeDocument/2006/relationships/theme" Target="../theme/theme2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75.xml"/><Relationship Id="rId10" Type="http://schemas.openxmlformats.org/officeDocument/2006/relationships/slideLayout" Target="../slideLayouts/slideLayout274.xml"/><Relationship Id="rId1" Type="http://schemas.openxmlformats.org/officeDocument/2006/relationships/slideLayout" Target="../slideLayouts/slideLayout265.xml"/></Relationships>
</file>

<file path=ppt/slideMasters/_rels/slideMaster26.xml.rels><?xml version="1.0" encoding="UTF-8" standalone="yes"?>
<Relationships xmlns="http://schemas.openxmlformats.org/package/2006/relationships"><Relationship Id="rId9" Type="http://schemas.openxmlformats.org/officeDocument/2006/relationships/slideLayout" Target="../slideLayouts/slideLayout284.xml"/><Relationship Id="rId8" Type="http://schemas.openxmlformats.org/officeDocument/2006/relationships/slideLayout" Target="../slideLayouts/slideLayout283.xml"/><Relationship Id="rId7" Type="http://schemas.openxmlformats.org/officeDocument/2006/relationships/slideLayout" Target="../slideLayouts/slideLayout282.xml"/><Relationship Id="rId6" Type="http://schemas.openxmlformats.org/officeDocument/2006/relationships/slideLayout" Target="../slideLayouts/slideLayout281.xml"/><Relationship Id="rId5" Type="http://schemas.openxmlformats.org/officeDocument/2006/relationships/slideLayout" Target="../slideLayouts/slideLayout280.xml"/><Relationship Id="rId4" Type="http://schemas.openxmlformats.org/officeDocument/2006/relationships/slideLayout" Target="../slideLayouts/slideLayout279.xml"/><Relationship Id="rId3" Type="http://schemas.openxmlformats.org/officeDocument/2006/relationships/slideLayout" Target="../slideLayouts/slideLayout278.xml"/><Relationship Id="rId2" Type="http://schemas.openxmlformats.org/officeDocument/2006/relationships/slideLayout" Target="../slideLayouts/slideLayout277.xml"/><Relationship Id="rId15" Type="http://schemas.openxmlformats.org/officeDocument/2006/relationships/theme" Target="../theme/theme26.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86.xml"/><Relationship Id="rId10" Type="http://schemas.openxmlformats.org/officeDocument/2006/relationships/slideLayout" Target="../slideLayouts/slideLayout285.xml"/><Relationship Id="rId1" Type="http://schemas.openxmlformats.org/officeDocument/2006/relationships/slideLayout" Target="../slideLayouts/slideLayout276.xml"/></Relationships>
</file>

<file path=ppt/slideMasters/_rels/slideMaster27.xml.rels><?xml version="1.0" encoding="UTF-8" standalone="yes"?>
<Relationships xmlns="http://schemas.openxmlformats.org/package/2006/relationships"><Relationship Id="rId9" Type="http://schemas.openxmlformats.org/officeDocument/2006/relationships/slideLayout" Target="../slideLayouts/slideLayout295.xml"/><Relationship Id="rId8" Type="http://schemas.openxmlformats.org/officeDocument/2006/relationships/slideLayout" Target="../slideLayouts/slideLayout294.xml"/><Relationship Id="rId7" Type="http://schemas.openxmlformats.org/officeDocument/2006/relationships/slideLayout" Target="../slideLayouts/slideLayout293.xml"/><Relationship Id="rId6" Type="http://schemas.openxmlformats.org/officeDocument/2006/relationships/slideLayout" Target="../slideLayouts/slideLayout292.xml"/><Relationship Id="rId5" Type="http://schemas.openxmlformats.org/officeDocument/2006/relationships/slideLayout" Target="../slideLayouts/slideLayout291.xml"/><Relationship Id="rId4" Type="http://schemas.openxmlformats.org/officeDocument/2006/relationships/slideLayout" Target="../slideLayouts/slideLayout290.xml"/><Relationship Id="rId3" Type="http://schemas.openxmlformats.org/officeDocument/2006/relationships/slideLayout" Target="../slideLayouts/slideLayout289.xml"/><Relationship Id="rId2" Type="http://schemas.openxmlformats.org/officeDocument/2006/relationships/slideLayout" Target="../slideLayouts/slideLayout288.xml"/><Relationship Id="rId15" Type="http://schemas.openxmlformats.org/officeDocument/2006/relationships/theme" Target="../theme/theme2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297.xml"/><Relationship Id="rId10" Type="http://schemas.openxmlformats.org/officeDocument/2006/relationships/slideLayout" Target="../slideLayouts/slideLayout296.xml"/><Relationship Id="rId1" Type="http://schemas.openxmlformats.org/officeDocument/2006/relationships/slideLayout" Target="../slideLayouts/slideLayout287.xml"/></Relationships>
</file>

<file path=ppt/slideMasters/_rels/slideMaster28.xml.rels><?xml version="1.0" encoding="UTF-8" standalone="yes"?>
<Relationships xmlns="http://schemas.openxmlformats.org/package/2006/relationships"><Relationship Id="rId9" Type="http://schemas.openxmlformats.org/officeDocument/2006/relationships/slideLayout" Target="../slideLayouts/slideLayout306.xml"/><Relationship Id="rId8" Type="http://schemas.openxmlformats.org/officeDocument/2006/relationships/slideLayout" Target="../slideLayouts/slideLayout305.xml"/><Relationship Id="rId7" Type="http://schemas.openxmlformats.org/officeDocument/2006/relationships/slideLayout" Target="../slideLayouts/slideLayout304.xml"/><Relationship Id="rId6" Type="http://schemas.openxmlformats.org/officeDocument/2006/relationships/slideLayout" Target="../slideLayouts/slideLayout303.xml"/><Relationship Id="rId5" Type="http://schemas.openxmlformats.org/officeDocument/2006/relationships/slideLayout" Target="../slideLayouts/slideLayout302.xml"/><Relationship Id="rId4" Type="http://schemas.openxmlformats.org/officeDocument/2006/relationships/slideLayout" Target="../slideLayouts/slideLayout301.xml"/><Relationship Id="rId3" Type="http://schemas.openxmlformats.org/officeDocument/2006/relationships/slideLayout" Target="../slideLayouts/slideLayout300.xml"/><Relationship Id="rId2" Type="http://schemas.openxmlformats.org/officeDocument/2006/relationships/slideLayout" Target="../slideLayouts/slideLayout299.xml"/><Relationship Id="rId15" Type="http://schemas.openxmlformats.org/officeDocument/2006/relationships/theme" Target="../theme/theme2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08.xml"/><Relationship Id="rId10" Type="http://schemas.openxmlformats.org/officeDocument/2006/relationships/slideLayout" Target="../slideLayouts/slideLayout307.xml"/><Relationship Id="rId1" Type="http://schemas.openxmlformats.org/officeDocument/2006/relationships/slideLayout" Target="../slideLayouts/slideLayout298.xml"/></Relationships>
</file>

<file path=ppt/slideMasters/_rels/slideMaster29.xml.rels><?xml version="1.0" encoding="UTF-8" standalone="yes"?>
<Relationships xmlns="http://schemas.openxmlformats.org/package/2006/relationships"><Relationship Id="rId9" Type="http://schemas.openxmlformats.org/officeDocument/2006/relationships/slideLayout" Target="../slideLayouts/slideLayout317.xml"/><Relationship Id="rId8" Type="http://schemas.openxmlformats.org/officeDocument/2006/relationships/slideLayout" Target="../slideLayouts/slideLayout316.xml"/><Relationship Id="rId7" Type="http://schemas.openxmlformats.org/officeDocument/2006/relationships/slideLayout" Target="../slideLayouts/slideLayout315.xml"/><Relationship Id="rId6" Type="http://schemas.openxmlformats.org/officeDocument/2006/relationships/slideLayout" Target="../slideLayouts/slideLayout314.xml"/><Relationship Id="rId5" Type="http://schemas.openxmlformats.org/officeDocument/2006/relationships/slideLayout" Target="../slideLayouts/slideLayout313.xml"/><Relationship Id="rId4" Type="http://schemas.openxmlformats.org/officeDocument/2006/relationships/slideLayout" Target="../slideLayouts/slideLayout312.xml"/><Relationship Id="rId3" Type="http://schemas.openxmlformats.org/officeDocument/2006/relationships/slideLayout" Target="../slideLayouts/slideLayout311.xml"/><Relationship Id="rId2" Type="http://schemas.openxmlformats.org/officeDocument/2006/relationships/slideLayout" Target="../slideLayouts/slideLayout310.xml"/><Relationship Id="rId15" Type="http://schemas.openxmlformats.org/officeDocument/2006/relationships/theme" Target="../theme/theme29.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19.xml"/><Relationship Id="rId10" Type="http://schemas.openxmlformats.org/officeDocument/2006/relationships/slideLayout" Target="../slideLayouts/slideLayout318.xml"/><Relationship Id="rId1" Type="http://schemas.openxmlformats.org/officeDocument/2006/relationships/slideLayout" Target="../slideLayouts/slideLayout309.xml"/></Relationships>
</file>

<file path=ppt/slideMasters/_rels/slideMaster30.xml.rels><?xml version="1.0" encoding="UTF-8" standalone="yes"?>
<Relationships xmlns="http://schemas.openxmlformats.org/package/2006/relationships"><Relationship Id="rId9" Type="http://schemas.openxmlformats.org/officeDocument/2006/relationships/slideLayout" Target="../slideLayouts/slideLayout328.xml"/><Relationship Id="rId8" Type="http://schemas.openxmlformats.org/officeDocument/2006/relationships/slideLayout" Target="../slideLayouts/slideLayout327.xml"/><Relationship Id="rId7" Type="http://schemas.openxmlformats.org/officeDocument/2006/relationships/slideLayout" Target="../slideLayouts/slideLayout326.xml"/><Relationship Id="rId6" Type="http://schemas.openxmlformats.org/officeDocument/2006/relationships/slideLayout" Target="../slideLayouts/slideLayout325.xml"/><Relationship Id="rId5" Type="http://schemas.openxmlformats.org/officeDocument/2006/relationships/slideLayout" Target="../slideLayouts/slideLayout324.xml"/><Relationship Id="rId4" Type="http://schemas.openxmlformats.org/officeDocument/2006/relationships/slideLayout" Target="../slideLayouts/slideLayout323.xml"/><Relationship Id="rId3" Type="http://schemas.openxmlformats.org/officeDocument/2006/relationships/slideLayout" Target="../slideLayouts/slideLayout322.xml"/><Relationship Id="rId2" Type="http://schemas.openxmlformats.org/officeDocument/2006/relationships/slideLayout" Target="../slideLayouts/slideLayout321.xml"/><Relationship Id="rId17" Type="http://schemas.openxmlformats.org/officeDocument/2006/relationships/theme" Target="../theme/theme30.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330.xml"/><Relationship Id="rId10" Type="http://schemas.openxmlformats.org/officeDocument/2006/relationships/slideLayout" Target="../slideLayouts/slideLayout329.xml"/><Relationship Id="rId1" Type="http://schemas.openxmlformats.org/officeDocument/2006/relationships/slideLayout" Target="../slideLayouts/slideLayout320.xml"/></Relationships>
</file>

<file path=ppt/slideMasters/_rels/slideMaster31.xml.rels><?xml version="1.0" encoding="UTF-8" standalone="yes"?>
<Relationships xmlns="http://schemas.openxmlformats.org/package/2006/relationships"><Relationship Id="rId9" Type="http://schemas.openxmlformats.org/officeDocument/2006/relationships/slideLayout" Target="../slideLayouts/slideLayout339.xml"/><Relationship Id="rId8" Type="http://schemas.openxmlformats.org/officeDocument/2006/relationships/slideLayout" Target="../slideLayouts/slideLayout338.xml"/><Relationship Id="rId7" Type="http://schemas.openxmlformats.org/officeDocument/2006/relationships/slideLayout" Target="../slideLayouts/slideLayout337.xml"/><Relationship Id="rId6" Type="http://schemas.openxmlformats.org/officeDocument/2006/relationships/slideLayout" Target="../slideLayouts/slideLayout336.xml"/><Relationship Id="rId5" Type="http://schemas.openxmlformats.org/officeDocument/2006/relationships/slideLayout" Target="../slideLayouts/slideLayout335.xml"/><Relationship Id="rId4" Type="http://schemas.openxmlformats.org/officeDocument/2006/relationships/slideLayout" Target="../slideLayouts/slideLayout334.xml"/><Relationship Id="rId3" Type="http://schemas.openxmlformats.org/officeDocument/2006/relationships/slideLayout" Target="../slideLayouts/slideLayout333.xml"/><Relationship Id="rId2" Type="http://schemas.openxmlformats.org/officeDocument/2006/relationships/slideLayout" Target="../slideLayouts/slideLayout332.xml"/><Relationship Id="rId15" Type="http://schemas.openxmlformats.org/officeDocument/2006/relationships/theme" Target="../theme/theme31.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41.xml"/><Relationship Id="rId10" Type="http://schemas.openxmlformats.org/officeDocument/2006/relationships/slideLayout" Target="../slideLayouts/slideLayout340.xml"/><Relationship Id="rId1" Type="http://schemas.openxmlformats.org/officeDocument/2006/relationships/slideLayout" Target="../slideLayouts/slideLayout331.xml"/></Relationships>
</file>

<file path=ppt/slideMasters/_rels/slideMaster32.xml.rels><?xml version="1.0" encoding="UTF-8" standalone="yes"?>
<Relationships xmlns="http://schemas.openxmlformats.org/package/2006/relationships"><Relationship Id="rId9" Type="http://schemas.openxmlformats.org/officeDocument/2006/relationships/slideLayout" Target="../slideLayouts/slideLayout350.xml"/><Relationship Id="rId8" Type="http://schemas.openxmlformats.org/officeDocument/2006/relationships/slideLayout" Target="../slideLayouts/slideLayout349.xml"/><Relationship Id="rId7" Type="http://schemas.openxmlformats.org/officeDocument/2006/relationships/slideLayout" Target="../slideLayouts/slideLayout348.xml"/><Relationship Id="rId6" Type="http://schemas.openxmlformats.org/officeDocument/2006/relationships/slideLayout" Target="../slideLayouts/slideLayout347.xml"/><Relationship Id="rId5" Type="http://schemas.openxmlformats.org/officeDocument/2006/relationships/slideLayout" Target="../slideLayouts/slideLayout346.xml"/><Relationship Id="rId4" Type="http://schemas.openxmlformats.org/officeDocument/2006/relationships/slideLayout" Target="../slideLayouts/slideLayout345.xml"/><Relationship Id="rId3" Type="http://schemas.openxmlformats.org/officeDocument/2006/relationships/slideLayout" Target="../slideLayouts/slideLayout344.xml"/><Relationship Id="rId2" Type="http://schemas.openxmlformats.org/officeDocument/2006/relationships/slideLayout" Target="../slideLayouts/slideLayout343.xml"/><Relationship Id="rId15" Type="http://schemas.openxmlformats.org/officeDocument/2006/relationships/theme" Target="../theme/theme3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52.xml"/><Relationship Id="rId10" Type="http://schemas.openxmlformats.org/officeDocument/2006/relationships/slideLayout" Target="../slideLayouts/slideLayout351.xml"/><Relationship Id="rId1" Type="http://schemas.openxmlformats.org/officeDocument/2006/relationships/slideLayout" Target="../slideLayouts/slideLayout342.xml"/></Relationships>
</file>

<file path=ppt/slideMasters/_rels/slideMaster33.xml.rels><?xml version="1.0" encoding="UTF-8" standalone="yes"?>
<Relationships xmlns="http://schemas.openxmlformats.org/package/2006/relationships"><Relationship Id="rId9" Type="http://schemas.openxmlformats.org/officeDocument/2006/relationships/slideLayout" Target="../slideLayouts/slideLayout361.xml"/><Relationship Id="rId8" Type="http://schemas.openxmlformats.org/officeDocument/2006/relationships/slideLayout" Target="../slideLayouts/slideLayout360.xml"/><Relationship Id="rId7" Type="http://schemas.openxmlformats.org/officeDocument/2006/relationships/slideLayout" Target="../slideLayouts/slideLayout359.xml"/><Relationship Id="rId6" Type="http://schemas.openxmlformats.org/officeDocument/2006/relationships/slideLayout" Target="../slideLayouts/slideLayout358.xml"/><Relationship Id="rId5" Type="http://schemas.openxmlformats.org/officeDocument/2006/relationships/slideLayout" Target="../slideLayouts/slideLayout357.xml"/><Relationship Id="rId4" Type="http://schemas.openxmlformats.org/officeDocument/2006/relationships/slideLayout" Target="../slideLayouts/slideLayout356.xml"/><Relationship Id="rId3" Type="http://schemas.openxmlformats.org/officeDocument/2006/relationships/slideLayout" Target="../slideLayouts/slideLayout355.xml"/><Relationship Id="rId2" Type="http://schemas.openxmlformats.org/officeDocument/2006/relationships/slideLayout" Target="../slideLayouts/slideLayout354.xml"/><Relationship Id="rId15" Type="http://schemas.openxmlformats.org/officeDocument/2006/relationships/theme" Target="../theme/theme3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63.xml"/><Relationship Id="rId10" Type="http://schemas.openxmlformats.org/officeDocument/2006/relationships/slideLayout" Target="../slideLayouts/slideLayout362.xml"/><Relationship Id="rId1" Type="http://schemas.openxmlformats.org/officeDocument/2006/relationships/slideLayout" Target="../slideLayouts/slideLayout353.xml"/></Relationships>
</file>

<file path=ppt/slideMasters/_rels/slideMaster34.xml.rels><?xml version="1.0" encoding="UTF-8" standalone="yes"?>
<Relationships xmlns="http://schemas.openxmlformats.org/package/2006/relationships"><Relationship Id="rId9" Type="http://schemas.openxmlformats.org/officeDocument/2006/relationships/slideLayout" Target="../slideLayouts/slideLayout372.xml"/><Relationship Id="rId8" Type="http://schemas.openxmlformats.org/officeDocument/2006/relationships/slideLayout" Target="../slideLayouts/slideLayout371.xml"/><Relationship Id="rId7" Type="http://schemas.openxmlformats.org/officeDocument/2006/relationships/slideLayout" Target="../slideLayouts/slideLayout370.xml"/><Relationship Id="rId6" Type="http://schemas.openxmlformats.org/officeDocument/2006/relationships/slideLayout" Target="../slideLayouts/slideLayout369.xml"/><Relationship Id="rId5" Type="http://schemas.openxmlformats.org/officeDocument/2006/relationships/slideLayout" Target="../slideLayouts/slideLayout368.xml"/><Relationship Id="rId4" Type="http://schemas.openxmlformats.org/officeDocument/2006/relationships/slideLayout" Target="../slideLayouts/slideLayout367.xml"/><Relationship Id="rId3" Type="http://schemas.openxmlformats.org/officeDocument/2006/relationships/slideLayout" Target="../slideLayouts/slideLayout366.xml"/><Relationship Id="rId2" Type="http://schemas.openxmlformats.org/officeDocument/2006/relationships/slideLayout" Target="../slideLayouts/slideLayout365.xml"/><Relationship Id="rId15" Type="http://schemas.openxmlformats.org/officeDocument/2006/relationships/theme" Target="../theme/theme34.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74.xml"/><Relationship Id="rId10" Type="http://schemas.openxmlformats.org/officeDocument/2006/relationships/slideLayout" Target="../slideLayouts/slideLayout373.xml"/><Relationship Id="rId1" Type="http://schemas.openxmlformats.org/officeDocument/2006/relationships/slideLayout" Target="../slideLayouts/slideLayout364.xml"/></Relationships>
</file>

<file path=ppt/slideMasters/_rels/slideMaster35.xml.rels><?xml version="1.0" encoding="UTF-8" standalone="yes"?>
<Relationships xmlns="http://schemas.openxmlformats.org/package/2006/relationships"><Relationship Id="rId9" Type="http://schemas.openxmlformats.org/officeDocument/2006/relationships/slideLayout" Target="../slideLayouts/slideLayout383.xml"/><Relationship Id="rId8" Type="http://schemas.openxmlformats.org/officeDocument/2006/relationships/slideLayout" Target="../slideLayouts/slideLayout382.xml"/><Relationship Id="rId7" Type="http://schemas.openxmlformats.org/officeDocument/2006/relationships/slideLayout" Target="../slideLayouts/slideLayout381.xml"/><Relationship Id="rId6" Type="http://schemas.openxmlformats.org/officeDocument/2006/relationships/slideLayout" Target="../slideLayouts/slideLayout380.xml"/><Relationship Id="rId5" Type="http://schemas.openxmlformats.org/officeDocument/2006/relationships/slideLayout" Target="../slideLayouts/slideLayout379.xml"/><Relationship Id="rId4" Type="http://schemas.openxmlformats.org/officeDocument/2006/relationships/slideLayout" Target="../slideLayouts/slideLayout378.xml"/><Relationship Id="rId3" Type="http://schemas.openxmlformats.org/officeDocument/2006/relationships/slideLayout" Target="../slideLayouts/slideLayout377.xml"/><Relationship Id="rId2" Type="http://schemas.openxmlformats.org/officeDocument/2006/relationships/slideLayout" Target="../slideLayouts/slideLayout376.xml"/><Relationship Id="rId15" Type="http://schemas.openxmlformats.org/officeDocument/2006/relationships/theme" Target="../theme/theme3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85.xml"/><Relationship Id="rId10" Type="http://schemas.openxmlformats.org/officeDocument/2006/relationships/slideLayout" Target="../slideLayouts/slideLayout384.xml"/><Relationship Id="rId1" Type="http://schemas.openxmlformats.org/officeDocument/2006/relationships/slideLayout" Target="../slideLayouts/slideLayout375.xml"/></Relationships>
</file>

<file path=ppt/slideMasters/_rels/slideMaster36.xml.rels><?xml version="1.0" encoding="UTF-8" standalone="yes"?>
<Relationships xmlns="http://schemas.openxmlformats.org/package/2006/relationships"><Relationship Id="rId9" Type="http://schemas.openxmlformats.org/officeDocument/2006/relationships/slideLayout" Target="../slideLayouts/slideLayout394.xml"/><Relationship Id="rId8" Type="http://schemas.openxmlformats.org/officeDocument/2006/relationships/slideLayout" Target="../slideLayouts/slideLayout393.xml"/><Relationship Id="rId7" Type="http://schemas.openxmlformats.org/officeDocument/2006/relationships/slideLayout" Target="../slideLayouts/slideLayout392.xml"/><Relationship Id="rId6" Type="http://schemas.openxmlformats.org/officeDocument/2006/relationships/slideLayout" Target="../slideLayouts/slideLayout391.xml"/><Relationship Id="rId5" Type="http://schemas.openxmlformats.org/officeDocument/2006/relationships/slideLayout" Target="../slideLayouts/slideLayout390.xml"/><Relationship Id="rId4" Type="http://schemas.openxmlformats.org/officeDocument/2006/relationships/slideLayout" Target="../slideLayouts/slideLayout389.xml"/><Relationship Id="rId3" Type="http://schemas.openxmlformats.org/officeDocument/2006/relationships/slideLayout" Target="../slideLayouts/slideLayout388.xml"/><Relationship Id="rId2" Type="http://schemas.openxmlformats.org/officeDocument/2006/relationships/slideLayout" Target="../slideLayouts/slideLayout387.xml"/><Relationship Id="rId15" Type="http://schemas.openxmlformats.org/officeDocument/2006/relationships/theme" Target="../theme/theme36.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396.xml"/><Relationship Id="rId10" Type="http://schemas.openxmlformats.org/officeDocument/2006/relationships/slideLayout" Target="../slideLayouts/slideLayout395.xml"/><Relationship Id="rId1" Type="http://schemas.openxmlformats.org/officeDocument/2006/relationships/slideLayout" Target="../slideLayouts/slideLayout386.xml"/></Relationships>
</file>

<file path=ppt/slideMasters/_rels/slideMaster37.xml.rels><?xml version="1.0" encoding="UTF-8" standalone="yes"?>
<Relationships xmlns="http://schemas.openxmlformats.org/package/2006/relationships"><Relationship Id="rId9" Type="http://schemas.openxmlformats.org/officeDocument/2006/relationships/slideLayout" Target="../slideLayouts/slideLayout405.xml"/><Relationship Id="rId8" Type="http://schemas.openxmlformats.org/officeDocument/2006/relationships/slideLayout" Target="../slideLayouts/slideLayout404.xml"/><Relationship Id="rId7" Type="http://schemas.openxmlformats.org/officeDocument/2006/relationships/slideLayout" Target="../slideLayouts/slideLayout403.xml"/><Relationship Id="rId6" Type="http://schemas.openxmlformats.org/officeDocument/2006/relationships/slideLayout" Target="../slideLayouts/slideLayout402.xml"/><Relationship Id="rId5" Type="http://schemas.openxmlformats.org/officeDocument/2006/relationships/slideLayout" Target="../slideLayouts/slideLayout401.xml"/><Relationship Id="rId4" Type="http://schemas.openxmlformats.org/officeDocument/2006/relationships/slideLayout" Target="../slideLayouts/slideLayout400.xml"/><Relationship Id="rId3" Type="http://schemas.openxmlformats.org/officeDocument/2006/relationships/slideLayout" Target="../slideLayouts/slideLayout399.xml"/><Relationship Id="rId2" Type="http://schemas.openxmlformats.org/officeDocument/2006/relationships/slideLayout" Target="../slideLayouts/slideLayout398.xml"/><Relationship Id="rId17" Type="http://schemas.openxmlformats.org/officeDocument/2006/relationships/theme" Target="../theme/theme37.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407.xml"/><Relationship Id="rId10" Type="http://schemas.openxmlformats.org/officeDocument/2006/relationships/slideLayout" Target="../slideLayouts/slideLayout406.xml"/><Relationship Id="rId1" Type="http://schemas.openxmlformats.org/officeDocument/2006/relationships/slideLayout" Target="../slideLayouts/slideLayout397.xml"/></Relationships>
</file>

<file path=ppt/slideMasters/_rels/slideMaster38.xml.rels><?xml version="1.0" encoding="UTF-8" standalone="yes"?>
<Relationships xmlns="http://schemas.openxmlformats.org/package/2006/relationships"><Relationship Id="rId9" Type="http://schemas.openxmlformats.org/officeDocument/2006/relationships/slideLayout" Target="../slideLayouts/slideLayout416.xml"/><Relationship Id="rId8" Type="http://schemas.openxmlformats.org/officeDocument/2006/relationships/slideLayout" Target="../slideLayouts/slideLayout415.xml"/><Relationship Id="rId7" Type="http://schemas.openxmlformats.org/officeDocument/2006/relationships/slideLayout" Target="../slideLayouts/slideLayout414.xml"/><Relationship Id="rId6" Type="http://schemas.openxmlformats.org/officeDocument/2006/relationships/slideLayout" Target="../slideLayouts/slideLayout413.xml"/><Relationship Id="rId5" Type="http://schemas.openxmlformats.org/officeDocument/2006/relationships/slideLayout" Target="../slideLayouts/slideLayout412.xml"/><Relationship Id="rId4" Type="http://schemas.openxmlformats.org/officeDocument/2006/relationships/slideLayout" Target="../slideLayouts/slideLayout411.xml"/><Relationship Id="rId3" Type="http://schemas.openxmlformats.org/officeDocument/2006/relationships/slideLayout" Target="../slideLayouts/slideLayout410.xml"/><Relationship Id="rId2" Type="http://schemas.openxmlformats.org/officeDocument/2006/relationships/slideLayout" Target="../slideLayouts/slideLayout409.xml"/><Relationship Id="rId15" Type="http://schemas.openxmlformats.org/officeDocument/2006/relationships/theme" Target="../theme/theme3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418.xml"/><Relationship Id="rId10" Type="http://schemas.openxmlformats.org/officeDocument/2006/relationships/slideLayout" Target="../slideLayouts/slideLayout417.xml"/><Relationship Id="rId1" Type="http://schemas.openxmlformats.org/officeDocument/2006/relationships/slideLayout" Target="../slideLayouts/slideLayout408.xml"/></Relationships>
</file>

<file path=ppt/slideMasters/_rels/slideMaster39.xml.rels><?xml version="1.0" encoding="UTF-8" standalone="yes"?>
<Relationships xmlns="http://schemas.openxmlformats.org/package/2006/relationships"><Relationship Id="rId9" Type="http://schemas.openxmlformats.org/officeDocument/2006/relationships/slideLayout" Target="../slideLayouts/slideLayout427.xml"/><Relationship Id="rId8" Type="http://schemas.openxmlformats.org/officeDocument/2006/relationships/slideLayout" Target="../slideLayouts/slideLayout426.xml"/><Relationship Id="rId7" Type="http://schemas.openxmlformats.org/officeDocument/2006/relationships/slideLayout" Target="../slideLayouts/slideLayout425.xml"/><Relationship Id="rId6" Type="http://schemas.openxmlformats.org/officeDocument/2006/relationships/slideLayout" Target="../slideLayouts/slideLayout424.xml"/><Relationship Id="rId5" Type="http://schemas.openxmlformats.org/officeDocument/2006/relationships/slideLayout" Target="../slideLayouts/slideLayout423.xml"/><Relationship Id="rId4" Type="http://schemas.openxmlformats.org/officeDocument/2006/relationships/slideLayout" Target="../slideLayouts/slideLayout422.xml"/><Relationship Id="rId3" Type="http://schemas.openxmlformats.org/officeDocument/2006/relationships/slideLayout" Target="../slideLayouts/slideLayout421.xml"/><Relationship Id="rId2" Type="http://schemas.openxmlformats.org/officeDocument/2006/relationships/slideLayout" Target="../slideLayouts/slideLayout420.xml"/><Relationship Id="rId15" Type="http://schemas.openxmlformats.org/officeDocument/2006/relationships/theme" Target="../theme/theme39.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429.xml"/><Relationship Id="rId10" Type="http://schemas.openxmlformats.org/officeDocument/2006/relationships/slideLayout" Target="../slideLayouts/slideLayout428.xml"/><Relationship Id="rId1" Type="http://schemas.openxmlformats.org/officeDocument/2006/relationships/slideLayout" Target="../slideLayouts/slideLayout419.xml"/></Relationships>
</file>

<file path=ppt/slideMasters/_rels/slideMaster40.xml.rels><?xml version="1.0" encoding="UTF-8" standalone="yes"?>
<Relationships xmlns="http://schemas.openxmlformats.org/package/2006/relationships"><Relationship Id="rId9" Type="http://schemas.openxmlformats.org/officeDocument/2006/relationships/slideLayout" Target="../slideLayouts/slideLayout438.xml"/><Relationship Id="rId8" Type="http://schemas.openxmlformats.org/officeDocument/2006/relationships/slideLayout" Target="../slideLayouts/slideLayout437.xml"/><Relationship Id="rId7" Type="http://schemas.openxmlformats.org/officeDocument/2006/relationships/slideLayout" Target="../slideLayouts/slideLayout436.xml"/><Relationship Id="rId6" Type="http://schemas.openxmlformats.org/officeDocument/2006/relationships/slideLayout" Target="../slideLayouts/slideLayout435.xml"/><Relationship Id="rId5" Type="http://schemas.openxmlformats.org/officeDocument/2006/relationships/slideLayout" Target="../slideLayouts/slideLayout434.xml"/><Relationship Id="rId4" Type="http://schemas.openxmlformats.org/officeDocument/2006/relationships/slideLayout" Target="../slideLayouts/slideLayout433.xml"/><Relationship Id="rId3" Type="http://schemas.openxmlformats.org/officeDocument/2006/relationships/slideLayout" Target="../slideLayouts/slideLayout432.xml"/><Relationship Id="rId2" Type="http://schemas.openxmlformats.org/officeDocument/2006/relationships/slideLayout" Target="../slideLayouts/slideLayout431.xml"/><Relationship Id="rId15" Type="http://schemas.openxmlformats.org/officeDocument/2006/relationships/theme" Target="../theme/theme40.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440.xml"/><Relationship Id="rId10" Type="http://schemas.openxmlformats.org/officeDocument/2006/relationships/slideLayout" Target="../slideLayouts/slideLayout439.xml"/><Relationship Id="rId1" Type="http://schemas.openxmlformats.org/officeDocument/2006/relationships/slideLayout" Target="../slideLayouts/slideLayout430.xml"/></Relationships>
</file>

<file path=ppt/slideMasters/_rels/slideMaster41.xml.rels><?xml version="1.0" encoding="UTF-8" standalone="yes"?>
<Relationships xmlns="http://schemas.openxmlformats.org/package/2006/relationships"><Relationship Id="rId9" Type="http://schemas.openxmlformats.org/officeDocument/2006/relationships/slideLayout" Target="../slideLayouts/slideLayout449.xml"/><Relationship Id="rId8" Type="http://schemas.openxmlformats.org/officeDocument/2006/relationships/slideLayout" Target="../slideLayouts/slideLayout448.xml"/><Relationship Id="rId7" Type="http://schemas.openxmlformats.org/officeDocument/2006/relationships/slideLayout" Target="../slideLayouts/slideLayout447.xml"/><Relationship Id="rId6" Type="http://schemas.openxmlformats.org/officeDocument/2006/relationships/slideLayout" Target="../slideLayouts/slideLayout446.xml"/><Relationship Id="rId5" Type="http://schemas.openxmlformats.org/officeDocument/2006/relationships/slideLayout" Target="../slideLayouts/slideLayout445.xml"/><Relationship Id="rId4" Type="http://schemas.openxmlformats.org/officeDocument/2006/relationships/slideLayout" Target="../slideLayouts/slideLayout444.xml"/><Relationship Id="rId3" Type="http://schemas.openxmlformats.org/officeDocument/2006/relationships/slideLayout" Target="../slideLayouts/slideLayout443.xml"/><Relationship Id="rId2" Type="http://schemas.openxmlformats.org/officeDocument/2006/relationships/slideLayout" Target="../slideLayouts/slideLayout442.xml"/><Relationship Id="rId15" Type="http://schemas.openxmlformats.org/officeDocument/2006/relationships/theme" Target="../theme/theme41.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451.xml"/><Relationship Id="rId10" Type="http://schemas.openxmlformats.org/officeDocument/2006/relationships/slideLayout" Target="../slideLayouts/slideLayout450.xml"/><Relationship Id="rId1" Type="http://schemas.openxmlformats.org/officeDocument/2006/relationships/slideLayout" Target="../slideLayouts/slideLayout441.xml"/></Relationships>
</file>

<file path=ppt/slideMasters/_rels/slideMaster42.xml.rels><?xml version="1.0" encoding="UTF-8" standalone="yes"?>
<Relationships xmlns="http://schemas.openxmlformats.org/package/2006/relationships"><Relationship Id="rId9" Type="http://schemas.openxmlformats.org/officeDocument/2006/relationships/slideLayout" Target="../slideLayouts/slideLayout460.xml"/><Relationship Id="rId8" Type="http://schemas.openxmlformats.org/officeDocument/2006/relationships/slideLayout" Target="../slideLayouts/slideLayout459.xml"/><Relationship Id="rId7" Type="http://schemas.openxmlformats.org/officeDocument/2006/relationships/slideLayout" Target="../slideLayouts/slideLayout458.xml"/><Relationship Id="rId6" Type="http://schemas.openxmlformats.org/officeDocument/2006/relationships/slideLayout" Target="../slideLayouts/slideLayout457.xml"/><Relationship Id="rId5" Type="http://schemas.openxmlformats.org/officeDocument/2006/relationships/slideLayout" Target="../slideLayouts/slideLayout456.xml"/><Relationship Id="rId4" Type="http://schemas.openxmlformats.org/officeDocument/2006/relationships/slideLayout" Target="../slideLayouts/slideLayout455.xml"/><Relationship Id="rId3" Type="http://schemas.openxmlformats.org/officeDocument/2006/relationships/slideLayout" Target="../slideLayouts/slideLayout454.xml"/><Relationship Id="rId2" Type="http://schemas.openxmlformats.org/officeDocument/2006/relationships/slideLayout" Target="../slideLayouts/slideLayout453.xml"/><Relationship Id="rId15" Type="http://schemas.openxmlformats.org/officeDocument/2006/relationships/theme" Target="../theme/theme4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462.xml"/><Relationship Id="rId10" Type="http://schemas.openxmlformats.org/officeDocument/2006/relationships/slideLayout" Target="../slideLayouts/slideLayout461.xml"/><Relationship Id="rId1" Type="http://schemas.openxmlformats.org/officeDocument/2006/relationships/slideLayout" Target="../slideLayouts/slideLayout452.xml"/></Relationships>
</file>

<file path=ppt/slideMasters/_rels/slideMaster43.xml.rels><?xml version="1.0" encoding="UTF-8" standalone="yes"?>
<Relationships xmlns="http://schemas.openxmlformats.org/package/2006/relationships"><Relationship Id="rId9" Type="http://schemas.openxmlformats.org/officeDocument/2006/relationships/slideLayout" Target="../slideLayouts/slideLayout471.xml"/><Relationship Id="rId8" Type="http://schemas.openxmlformats.org/officeDocument/2006/relationships/slideLayout" Target="../slideLayouts/slideLayout470.xml"/><Relationship Id="rId7" Type="http://schemas.openxmlformats.org/officeDocument/2006/relationships/slideLayout" Target="../slideLayouts/slideLayout469.xml"/><Relationship Id="rId6" Type="http://schemas.openxmlformats.org/officeDocument/2006/relationships/slideLayout" Target="../slideLayouts/slideLayout468.xml"/><Relationship Id="rId5" Type="http://schemas.openxmlformats.org/officeDocument/2006/relationships/slideLayout" Target="../slideLayouts/slideLayout467.xml"/><Relationship Id="rId4" Type="http://schemas.openxmlformats.org/officeDocument/2006/relationships/slideLayout" Target="../slideLayouts/slideLayout466.xml"/><Relationship Id="rId3" Type="http://schemas.openxmlformats.org/officeDocument/2006/relationships/slideLayout" Target="../slideLayouts/slideLayout465.xml"/><Relationship Id="rId2" Type="http://schemas.openxmlformats.org/officeDocument/2006/relationships/slideLayout" Target="../slideLayouts/slideLayout464.xml"/><Relationship Id="rId15" Type="http://schemas.openxmlformats.org/officeDocument/2006/relationships/theme" Target="../theme/theme4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473.xml"/><Relationship Id="rId10" Type="http://schemas.openxmlformats.org/officeDocument/2006/relationships/slideLayout" Target="../slideLayouts/slideLayout472.xml"/><Relationship Id="rId1" Type="http://schemas.openxmlformats.org/officeDocument/2006/relationships/slideLayout" Target="../slideLayouts/slideLayout463.xml"/></Relationships>
</file>

<file path=ppt/slideMasters/_rels/slideMaster44.xml.rels><?xml version="1.0" encoding="UTF-8" standalone="yes"?>
<Relationships xmlns="http://schemas.openxmlformats.org/package/2006/relationships"><Relationship Id="rId9" Type="http://schemas.openxmlformats.org/officeDocument/2006/relationships/slideLayout" Target="../slideLayouts/slideLayout482.xml"/><Relationship Id="rId8" Type="http://schemas.openxmlformats.org/officeDocument/2006/relationships/slideLayout" Target="../slideLayouts/slideLayout481.xml"/><Relationship Id="rId7" Type="http://schemas.openxmlformats.org/officeDocument/2006/relationships/slideLayout" Target="../slideLayouts/slideLayout480.xml"/><Relationship Id="rId6" Type="http://schemas.openxmlformats.org/officeDocument/2006/relationships/slideLayout" Target="../slideLayouts/slideLayout479.xml"/><Relationship Id="rId5" Type="http://schemas.openxmlformats.org/officeDocument/2006/relationships/slideLayout" Target="../slideLayouts/slideLayout478.xml"/><Relationship Id="rId4" Type="http://schemas.openxmlformats.org/officeDocument/2006/relationships/slideLayout" Target="../slideLayouts/slideLayout477.xml"/><Relationship Id="rId3" Type="http://schemas.openxmlformats.org/officeDocument/2006/relationships/slideLayout" Target="../slideLayouts/slideLayout476.xml"/><Relationship Id="rId2" Type="http://schemas.openxmlformats.org/officeDocument/2006/relationships/slideLayout" Target="../slideLayouts/slideLayout475.xml"/><Relationship Id="rId17" Type="http://schemas.openxmlformats.org/officeDocument/2006/relationships/theme" Target="../theme/theme44.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484.xml"/><Relationship Id="rId10" Type="http://schemas.openxmlformats.org/officeDocument/2006/relationships/slideLayout" Target="../slideLayouts/slideLayout483.xml"/><Relationship Id="rId1" Type="http://schemas.openxmlformats.org/officeDocument/2006/relationships/slideLayout" Target="../slideLayouts/slideLayout474.xml"/></Relationships>
</file>

<file path=ppt/slideMasters/_rels/slideMaster45.xml.rels><?xml version="1.0" encoding="UTF-8" standalone="yes"?>
<Relationships xmlns="http://schemas.openxmlformats.org/package/2006/relationships"><Relationship Id="rId9" Type="http://schemas.openxmlformats.org/officeDocument/2006/relationships/slideLayout" Target="../slideLayouts/slideLayout493.xml"/><Relationship Id="rId8" Type="http://schemas.openxmlformats.org/officeDocument/2006/relationships/slideLayout" Target="../slideLayouts/slideLayout492.xml"/><Relationship Id="rId7" Type="http://schemas.openxmlformats.org/officeDocument/2006/relationships/slideLayout" Target="../slideLayouts/slideLayout491.xml"/><Relationship Id="rId6" Type="http://schemas.openxmlformats.org/officeDocument/2006/relationships/slideLayout" Target="../slideLayouts/slideLayout490.xml"/><Relationship Id="rId5" Type="http://schemas.openxmlformats.org/officeDocument/2006/relationships/slideLayout" Target="../slideLayouts/slideLayout489.xml"/><Relationship Id="rId4" Type="http://schemas.openxmlformats.org/officeDocument/2006/relationships/slideLayout" Target="../slideLayouts/slideLayout488.xml"/><Relationship Id="rId3" Type="http://schemas.openxmlformats.org/officeDocument/2006/relationships/slideLayout" Target="../slideLayouts/slideLayout487.xml"/><Relationship Id="rId2" Type="http://schemas.openxmlformats.org/officeDocument/2006/relationships/slideLayout" Target="../slideLayouts/slideLayout486.xml"/><Relationship Id="rId15" Type="http://schemas.openxmlformats.org/officeDocument/2006/relationships/theme" Target="../theme/theme4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495.xml"/><Relationship Id="rId10" Type="http://schemas.openxmlformats.org/officeDocument/2006/relationships/slideLayout" Target="../slideLayouts/slideLayout494.xml"/><Relationship Id="rId1" Type="http://schemas.openxmlformats.org/officeDocument/2006/relationships/slideLayout" Target="../slideLayouts/slideLayout485.xml"/></Relationships>
</file>

<file path=ppt/slideMasters/_rels/slideMaster46.xml.rels><?xml version="1.0" encoding="UTF-8" standalone="yes"?>
<Relationships xmlns="http://schemas.openxmlformats.org/package/2006/relationships"><Relationship Id="rId9" Type="http://schemas.openxmlformats.org/officeDocument/2006/relationships/slideLayout" Target="../slideLayouts/slideLayout504.xml"/><Relationship Id="rId8" Type="http://schemas.openxmlformats.org/officeDocument/2006/relationships/slideLayout" Target="../slideLayouts/slideLayout503.xml"/><Relationship Id="rId7" Type="http://schemas.openxmlformats.org/officeDocument/2006/relationships/slideLayout" Target="../slideLayouts/slideLayout502.xml"/><Relationship Id="rId6" Type="http://schemas.openxmlformats.org/officeDocument/2006/relationships/slideLayout" Target="../slideLayouts/slideLayout501.xml"/><Relationship Id="rId5" Type="http://schemas.openxmlformats.org/officeDocument/2006/relationships/slideLayout" Target="../slideLayouts/slideLayout500.xml"/><Relationship Id="rId4" Type="http://schemas.openxmlformats.org/officeDocument/2006/relationships/slideLayout" Target="../slideLayouts/slideLayout499.xml"/><Relationship Id="rId3" Type="http://schemas.openxmlformats.org/officeDocument/2006/relationships/slideLayout" Target="../slideLayouts/slideLayout498.xml"/><Relationship Id="rId2" Type="http://schemas.openxmlformats.org/officeDocument/2006/relationships/slideLayout" Target="../slideLayouts/slideLayout497.xml"/><Relationship Id="rId15" Type="http://schemas.openxmlformats.org/officeDocument/2006/relationships/theme" Target="../theme/theme46.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506.xml"/><Relationship Id="rId10" Type="http://schemas.openxmlformats.org/officeDocument/2006/relationships/slideLayout" Target="../slideLayouts/slideLayout505.xml"/><Relationship Id="rId1" Type="http://schemas.openxmlformats.org/officeDocument/2006/relationships/slideLayout" Target="../slideLayouts/slideLayout496.xml"/></Relationships>
</file>

<file path=ppt/slideMasters/_rels/slideMaster47.xml.rels><?xml version="1.0" encoding="UTF-8" standalone="yes"?>
<Relationships xmlns="http://schemas.openxmlformats.org/package/2006/relationships"><Relationship Id="rId9" Type="http://schemas.openxmlformats.org/officeDocument/2006/relationships/slideLayout" Target="../slideLayouts/slideLayout515.xml"/><Relationship Id="rId8" Type="http://schemas.openxmlformats.org/officeDocument/2006/relationships/slideLayout" Target="../slideLayouts/slideLayout514.xml"/><Relationship Id="rId7" Type="http://schemas.openxmlformats.org/officeDocument/2006/relationships/slideLayout" Target="../slideLayouts/slideLayout513.xml"/><Relationship Id="rId6" Type="http://schemas.openxmlformats.org/officeDocument/2006/relationships/slideLayout" Target="../slideLayouts/slideLayout512.xml"/><Relationship Id="rId5" Type="http://schemas.openxmlformats.org/officeDocument/2006/relationships/slideLayout" Target="../slideLayouts/slideLayout511.xml"/><Relationship Id="rId4" Type="http://schemas.openxmlformats.org/officeDocument/2006/relationships/slideLayout" Target="../slideLayouts/slideLayout510.xml"/><Relationship Id="rId3" Type="http://schemas.openxmlformats.org/officeDocument/2006/relationships/slideLayout" Target="../slideLayouts/slideLayout509.xml"/><Relationship Id="rId2" Type="http://schemas.openxmlformats.org/officeDocument/2006/relationships/slideLayout" Target="../slideLayouts/slideLayout508.xml"/><Relationship Id="rId15" Type="http://schemas.openxmlformats.org/officeDocument/2006/relationships/theme" Target="../theme/theme4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517.xml"/><Relationship Id="rId10" Type="http://schemas.openxmlformats.org/officeDocument/2006/relationships/slideLayout" Target="../slideLayouts/slideLayout516.xml"/><Relationship Id="rId1" Type="http://schemas.openxmlformats.org/officeDocument/2006/relationships/slideLayout" Target="../slideLayouts/slideLayout507.xml"/></Relationships>
</file>

<file path=ppt/slideMasters/_rels/slideMaster48.xml.rels><?xml version="1.0" encoding="UTF-8" standalone="yes"?>
<Relationships xmlns="http://schemas.openxmlformats.org/package/2006/relationships"><Relationship Id="rId9" Type="http://schemas.openxmlformats.org/officeDocument/2006/relationships/slideLayout" Target="../slideLayouts/slideLayout526.xml"/><Relationship Id="rId8" Type="http://schemas.openxmlformats.org/officeDocument/2006/relationships/slideLayout" Target="../slideLayouts/slideLayout525.xml"/><Relationship Id="rId7" Type="http://schemas.openxmlformats.org/officeDocument/2006/relationships/slideLayout" Target="../slideLayouts/slideLayout524.xml"/><Relationship Id="rId6" Type="http://schemas.openxmlformats.org/officeDocument/2006/relationships/slideLayout" Target="../slideLayouts/slideLayout523.xml"/><Relationship Id="rId5" Type="http://schemas.openxmlformats.org/officeDocument/2006/relationships/slideLayout" Target="../slideLayouts/slideLayout522.xml"/><Relationship Id="rId4" Type="http://schemas.openxmlformats.org/officeDocument/2006/relationships/slideLayout" Target="../slideLayouts/slideLayout521.xml"/><Relationship Id="rId3" Type="http://schemas.openxmlformats.org/officeDocument/2006/relationships/slideLayout" Target="../slideLayouts/slideLayout520.xml"/><Relationship Id="rId2" Type="http://schemas.openxmlformats.org/officeDocument/2006/relationships/slideLayout" Target="../slideLayouts/slideLayout519.xml"/><Relationship Id="rId15" Type="http://schemas.openxmlformats.org/officeDocument/2006/relationships/theme" Target="../theme/theme4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528.xml"/><Relationship Id="rId10" Type="http://schemas.openxmlformats.org/officeDocument/2006/relationships/slideLayout" Target="../slideLayouts/slideLayout527.xml"/><Relationship Id="rId1" Type="http://schemas.openxmlformats.org/officeDocument/2006/relationships/slideLayout" Target="../slideLayouts/slideLayout518.xml"/></Relationships>
</file>

<file path=ppt/slideMasters/_rels/slideMaster49.xml.rels><?xml version="1.0" encoding="UTF-8" standalone="yes"?>
<Relationships xmlns="http://schemas.openxmlformats.org/package/2006/relationships"><Relationship Id="rId9" Type="http://schemas.openxmlformats.org/officeDocument/2006/relationships/slideLayout" Target="../slideLayouts/slideLayout537.xml"/><Relationship Id="rId8" Type="http://schemas.openxmlformats.org/officeDocument/2006/relationships/slideLayout" Target="../slideLayouts/slideLayout536.xml"/><Relationship Id="rId7" Type="http://schemas.openxmlformats.org/officeDocument/2006/relationships/slideLayout" Target="../slideLayouts/slideLayout535.xml"/><Relationship Id="rId6" Type="http://schemas.openxmlformats.org/officeDocument/2006/relationships/slideLayout" Target="../slideLayouts/slideLayout534.xml"/><Relationship Id="rId5" Type="http://schemas.openxmlformats.org/officeDocument/2006/relationships/slideLayout" Target="../slideLayouts/slideLayout533.xml"/><Relationship Id="rId4" Type="http://schemas.openxmlformats.org/officeDocument/2006/relationships/slideLayout" Target="../slideLayouts/slideLayout532.xml"/><Relationship Id="rId3" Type="http://schemas.openxmlformats.org/officeDocument/2006/relationships/slideLayout" Target="../slideLayouts/slideLayout531.xml"/><Relationship Id="rId2" Type="http://schemas.openxmlformats.org/officeDocument/2006/relationships/slideLayout" Target="../slideLayouts/slideLayout530.xml"/><Relationship Id="rId15" Type="http://schemas.openxmlformats.org/officeDocument/2006/relationships/theme" Target="../theme/theme49.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539.xml"/><Relationship Id="rId10" Type="http://schemas.openxmlformats.org/officeDocument/2006/relationships/slideLayout" Target="../slideLayouts/slideLayout538.xml"/><Relationship Id="rId1" Type="http://schemas.openxmlformats.org/officeDocument/2006/relationships/slideLayout" Target="../slideLayouts/slideLayout529.xml"/></Relationships>
</file>

<file path=ppt/slideMasters/_rels/slideMaster50.xml.rels><?xml version="1.0" encoding="UTF-8" standalone="yes"?>
<Relationships xmlns="http://schemas.openxmlformats.org/package/2006/relationships"><Relationship Id="rId9" Type="http://schemas.openxmlformats.org/officeDocument/2006/relationships/slideLayout" Target="../slideLayouts/slideLayout548.xml"/><Relationship Id="rId8" Type="http://schemas.openxmlformats.org/officeDocument/2006/relationships/slideLayout" Target="../slideLayouts/slideLayout547.xml"/><Relationship Id="rId7" Type="http://schemas.openxmlformats.org/officeDocument/2006/relationships/slideLayout" Target="../slideLayouts/slideLayout546.xml"/><Relationship Id="rId6" Type="http://schemas.openxmlformats.org/officeDocument/2006/relationships/slideLayout" Target="../slideLayouts/slideLayout545.xml"/><Relationship Id="rId5" Type="http://schemas.openxmlformats.org/officeDocument/2006/relationships/slideLayout" Target="../slideLayouts/slideLayout544.xml"/><Relationship Id="rId4" Type="http://schemas.openxmlformats.org/officeDocument/2006/relationships/slideLayout" Target="../slideLayouts/slideLayout543.xml"/><Relationship Id="rId3" Type="http://schemas.openxmlformats.org/officeDocument/2006/relationships/slideLayout" Target="../slideLayouts/slideLayout542.xml"/><Relationship Id="rId22" Type="http://schemas.openxmlformats.org/officeDocument/2006/relationships/theme" Target="../theme/theme50.xml"/><Relationship Id="rId21" Type="http://schemas.openxmlformats.org/officeDocument/2006/relationships/image" Target="file:///D:\qq&#25991;&#20214;\712321467\Image\C2C\Image2\%7b75232B38-A165-1FB7-499C-2E1C792CACB5%7d.png" TargetMode="External"/><Relationship Id="rId20" Type="http://schemas.openxmlformats.org/officeDocument/2006/relationships/image" Target="../media/image1.png"/><Relationship Id="rId2" Type="http://schemas.openxmlformats.org/officeDocument/2006/relationships/slideLayout" Target="../slideLayouts/slideLayout541.xml"/><Relationship Id="rId19" Type="http://schemas.openxmlformats.org/officeDocument/2006/relationships/image" Target="../media/image8.png"/><Relationship Id="rId18" Type="http://schemas.openxmlformats.org/officeDocument/2006/relationships/image" Target="../media/image7.png"/><Relationship Id="rId17" Type="http://schemas.openxmlformats.org/officeDocument/2006/relationships/image" Target="../media/image12.png"/><Relationship Id="rId16" Type="http://schemas.openxmlformats.org/officeDocument/2006/relationships/image" Target="../media/image5.jpeg"/><Relationship Id="rId15" Type="http://schemas.openxmlformats.org/officeDocument/2006/relationships/image" Target="../media/image4.jpeg"/><Relationship Id="rId14" Type="http://schemas.openxmlformats.org/officeDocument/2006/relationships/image" Target="../media/image3.png"/><Relationship Id="rId13" Type="http://schemas.openxmlformats.org/officeDocument/2006/relationships/hyperlink" Target="&#21326;&#33150;&#25945;&#32946;.mht" TargetMode="External"/><Relationship Id="rId12" Type="http://schemas.openxmlformats.org/officeDocument/2006/relationships/image" Target="../media/image2.jpeg"/><Relationship Id="rId11" Type="http://schemas.openxmlformats.org/officeDocument/2006/relationships/slideLayout" Target="../slideLayouts/slideLayout550.xml"/><Relationship Id="rId10" Type="http://schemas.openxmlformats.org/officeDocument/2006/relationships/slideLayout" Target="../slideLayouts/slideLayout549.xml"/><Relationship Id="rId1" Type="http://schemas.openxmlformats.org/officeDocument/2006/relationships/slideLayout" Target="../slideLayouts/slideLayout540.xml"/></Relationships>
</file>

<file path=ppt/slideMasters/_rels/slideMaster51.xml.rels><?xml version="1.0" encoding="UTF-8" standalone="yes"?>
<Relationships xmlns="http://schemas.openxmlformats.org/package/2006/relationships"><Relationship Id="rId9" Type="http://schemas.openxmlformats.org/officeDocument/2006/relationships/slideLayout" Target="../slideLayouts/slideLayout559.xml"/><Relationship Id="rId8" Type="http://schemas.openxmlformats.org/officeDocument/2006/relationships/slideLayout" Target="../slideLayouts/slideLayout558.xml"/><Relationship Id="rId7" Type="http://schemas.openxmlformats.org/officeDocument/2006/relationships/slideLayout" Target="../slideLayouts/slideLayout557.xml"/><Relationship Id="rId6" Type="http://schemas.openxmlformats.org/officeDocument/2006/relationships/slideLayout" Target="../slideLayouts/slideLayout556.xml"/><Relationship Id="rId5" Type="http://schemas.openxmlformats.org/officeDocument/2006/relationships/slideLayout" Target="../slideLayouts/slideLayout555.xml"/><Relationship Id="rId4" Type="http://schemas.openxmlformats.org/officeDocument/2006/relationships/slideLayout" Target="../slideLayouts/slideLayout554.xml"/><Relationship Id="rId3" Type="http://schemas.openxmlformats.org/officeDocument/2006/relationships/slideLayout" Target="../slideLayouts/slideLayout553.xml"/><Relationship Id="rId22" Type="http://schemas.openxmlformats.org/officeDocument/2006/relationships/theme" Target="../theme/theme51.xml"/><Relationship Id="rId21" Type="http://schemas.openxmlformats.org/officeDocument/2006/relationships/image" Target="file:///D:\qq&#25991;&#20214;\712321467\Image\C2C\Image2\%7b75232B38-A165-1FB7-499C-2E1C792CACB5%7d.png" TargetMode="External"/><Relationship Id="rId20" Type="http://schemas.openxmlformats.org/officeDocument/2006/relationships/image" Target="../media/image1.png"/><Relationship Id="rId2" Type="http://schemas.openxmlformats.org/officeDocument/2006/relationships/slideLayout" Target="../slideLayouts/slideLayout552.xml"/><Relationship Id="rId19" Type="http://schemas.openxmlformats.org/officeDocument/2006/relationships/image" Target="../media/image8.png"/><Relationship Id="rId18" Type="http://schemas.openxmlformats.org/officeDocument/2006/relationships/image" Target="../media/image7.png"/><Relationship Id="rId17" Type="http://schemas.openxmlformats.org/officeDocument/2006/relationships/image" Target="../media/image13.png"/><Relationship Id="rId16" Type="http://schemas.openxmlformats.org/officeDocument/2006/relationships/image" Target="../media/image5.jpeg"/><Relationship Id="rId15" Type="http://schemas.openxmlformats.org/officeDocument/2006/relationships/image" Target="../media/image4.jpeg"/><Relationship Id="rId14" Type="http://schemas.openxmlformats.org/officeDocument/2006/relationships/image" Target="../media/image3.png"/><Relationship Id="rId13" Type="http://schemas.openxmlformats.org/officeDocument/2006/relationships/hyperlink" Target="&#21326;&#33150;&#25945;&#32946;.mht" TargetMode="External"/><Relationship Id="rId12" Type="http://schemas.openxmlformats.org/officeDocument/2006/relationships/image" Target="../media/image2.jpeg"/><Relationship Id="rId11" Type="http://schemas.openxmlformats.org/officeDocument/2006/relationships/slideLayout" Target="../slideLayouts/slideLayout561.xml"/><Relationship Id="rId10" Type="http://schemas.openxmlformats.org/officeDocument/2006/relationships/slideLayout" Target="../slideLayouts/slideLayout560.xml"/><Relationship Id="rId1" Type="http://schemas.openxmlformats.org/officeDocument/2006/relationships/slideLayout" Target="../slideLayouts/slideLayout551.xml"/></Relationships>
</file>

<file path=ppt/slideMasters/_rels/slideMaster52.xml.rels><?xml version="1.0" encoding="UTF-8" standalone="yes"?>
<Relationships xmlns="http://schemas.openxmlformats.org/package/2006/relationships"><Relationship Id="rId9" Type="http://schemas.openxmlformats.org/officeDocument/2006/relationships/slideLayout" Target="../slideLayouts/slideLayout570.xml"/><Relationship Id="rId8" Type="http://schemas.openxmlformats.org/officeDocument/2006/relationships/slideLayout" Target="../slideLayouts/slideLayout569.xml"/><Relationship Id="rId7" Type="http://schemas.openxmlformats.org/officeDocument/2006/relationships/slideLayout" Target="../slideLayouts/slideLayout568.xml"/><Relationship Id="rId6" Type="http://schemas.openxmlformats.org/officeDocument/2006/relationships/slideLayout" Target="../slideLayouts/slideLayout567.xml"/><Relationship Id="rId5" Type="http://schemas.openxmlformats.org/officeDocument/2006/relationships/slideLayout" Target="../slideLayouts/slideLayout566.xml"/><Relationship Id="rId4" Type="http://schemas.openxmlformats.org/officeDocument/2006/relationships/slideLayout" Target="../slideLayouts/slideLayout565.xml"/><Relationship Id="rId3" Type="http://schemas.openxmlformats.org/officeDocument/2006/relationships/slideLayout" Target="../slideLayouts/slideLayout564.xml"/><Relationship Id="rId2" Type="http://schemas.openxmlformats.org/officeDocument/2006/relationships/slideLayout" Target="../slideLayouts/slideLayout563.xml"/><Relationship Id="rId15" Type="http://schemas.openxmlformats.org/officeDocument/2006/relationships/theme" Target="../theme/theme5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572.xml"/><Relationship Id="rId10" Type="http://schemas.openxmlformats.org/officeDocument/2006/relationships/slideLayout" Target="../slideLayouts/slideLayout571.xml"/><Relationship Id="rId1" Type="http://schemas.openxmlformats.org/officeDocument/2006/relationships/slideLayout" Target="../slideLayouts/slideLayout562.xml"/></Relationships>
</file>

<file path=ppt/slideMasters/_rels/slideMaster53.xml.rels><?xml version="1.0" encoding="UTF-8" standalone="yes"?>
<Relationships xmlns="http://schemas.openxmlformats.org/package/2006/relationships"><Relationship Id="rId9" Type="http://schemas.openxmlformats.org/officeDocument/2006/relationships/slideLayout" Target="../slideLayouts/slideLayout581.xml"/><Relationship Id="rId8" Type="http://schemas.openxmlformats.org/officeDocument/2006/relationships/slideLayout" Target="../slideLayouts/slideLayout580.xml"/><Relationship Id="rId7" Type="http://schemas.openxmlformats.org/officeDocument/2006/relationships/slideLayout" Target="../slideLayouts/slideLayout579.xml"/><Relationship Id="rId6" Type="http://schemas.openxmlformats.org/officeDocument/2006/relationships/slideLayout" Target="../slideLayouts/slideLayout578.xml"/><Relationship Id="rId5" Type="http://schemas.openxmlformats.org/officeDocument/2006/relationships/slideLayout" Target="../slideLayouts/slideLayout577.xml"/><Relationship Id="rId4" Type="http://schemas.openxmlformats.org/officeDocument/2006/relationships/slideLayout" Target="../slideLayouts/slideLayout576.xml"/><Relationship Id="rId3" Type="http://schemas.openxmlformats.org/officeDocument/2006/relationships/slideLayout" Target="../slideLayouts/slideLayout575.xml"/><Relationship Id="rId2" Type="http://schemas.openxmlformats.org/officeDocument/2006/relationships/slideLayout" Target="../slideLayouts/slideLayout574.xml"/><Relationship Id="rId15" Type="http://schemas.openxmlformats.org/officeDocument/2006/relationships/theme" Target="../theme/theme5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583.xml"/><Relationship Id="rId10" Type="http://schemas.openxmlformats.org/officeDocument/2006/relationships/slideLayout" Target="../slideLayouts/slideLayout582.xml"/><Relationship Id="rId1" Type="http://schemas.openxmlformats.org/officeDocument/2006/relationships/slideLayout" Target="../slideLayouts/slideLayout573.xml"/></Relationships>
</file>

<file path=ppt/slideMasters/_rels/slideMaster54.xml.rels><?xml version="1.0" encoding="UTF-8" standalone="yes"?>
<Relationships xmlns="http://schemas.openxmlformats.org/package/2006/relationships"><Relationship Id="rId9" Type="http://schemas.openxmlformats.org/officeDocument/2006/relationships/slideLayout" Target="../slideLayouts/slideLayout592.xml"/><Relationship Id="rId8" Type="http://schemas.openxmlformats.org/officeDocument/2006/relationships/slideLayout" Target="../slideLayouts/slideLayout591.xml"/><Relationship Id="rId7" Type="http://schemas.openxmlformats.org/officeDocument/2006/relationships/slideLayout" Target="../slideLayouts/slideLayout590.xml"/><Relationship Id="rId6" Type="http://schemas.openxmlformats.org/officeDocument/2006/relationships/slideLayout" Target="../slideLayouts/slideLayout589.xml"/><Relationship Id="rId5" Type="http://schemas.openxmlformats.org/officeDocument/2006/relationships/slideLayout" Target="../slideLayouts/slideLayout588.xml"/><Relationship Id="rId4" Type="http://schemas.openxmlformats.org/officeDocument/2006/relationships/slideLayout" Target="../slideLayouts/slideLayout587.xml"/><Relationship Id="rId3" Type="http://schemas.openxmlformats.org/officeDocument/2006/relationships/slideLayout" Target="../slideLayouts/slideLayout586.xml"/><Relationship Id="rId2" Type="http://schemas.openxmlformats.org/officeDocument/2006/relationships/slideLayout" Target="../slideLayouts/slideLayout585.xml"/><Relationship Id="rId17" Type="http://schemas.openxmlformats.org/officeDocument/2006/relationships/theme" Target="../theme/theme54.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594.xml"/><Relationship Id="rId10" Type="http://schemas.openxmlformats.org/officeDocument/2006/relationships/slideLayout" Target="../slideLayouts/slideLayout593.xml"/><Relationship Id="rId1" Type="http://schemas.openxmlformats.org/officeDocument/2006/relationships/slideLayout" Target="../slideLayouts/slideLayout584.xml"/></Relationships>
</file>

<file path=ppt/slideMasters/_rels/slideMaster55.xml.rels><?xml version="1.0" encoding="UTF-8" standalone="yes"?>
<Relationships xmlns="http://schemas.openxmlformats.org/package/2006/relationships"><Relationship Id="rId9" Type="http://schemas.openxmlformats.org/officeDocument/2006/relationships/slideLayout" Target="../slideLayouts/slideLayout603.xml"/><Relationship Id="rId8" Type="http://schemas.openxmlformats.org/officeDocument/2006/relationships/slideLayout" Target="../slideLayouts/slideLayout602.xml"/><Relationship Id="rId7" Type="http://schemas.openxmlformats.org/officeDocument/2006/relationships/slideLayout" Target="../slideLayouts/slideLayout601.xml"/><Relationship Id="rId6" Type="http://schemas.openxmlformats.org/officeDocument/2006/relationships/slideLayout" Target="../slideLayouts/slideLayout600.xml"/><Relationship Id="rId5" Type="http://schemas.openxmlformats.org/officeDocument/2006/relationships/slideLayout" Target="../slideLayouts/slideLayout599.xml"/><Relationship Id="rId4" Type="http://schemas.openxmlformats.org/officeDocument/2006/relationships/slideLayout" Target="../slideLayouts/slideLayout598.xml"/><Relationship Id="rId3" Type="http://schemas.openxmlformats.org/officeDocument/2006/relationships/slideLayout" Target="../slideLayouts/slideLayout597.xml"/><Relationship Id="rId2" Type="http://schemas.openxmlformats.org/officeDocument/2006/relationships/slideLayout" Target="../slideLayouts/slideLayout596.xml"/><Relationship Id="rId15" Type="http://schemas.openxmlformats.org/officeDocument/2006/relationships/theme" Target="../theme/theme5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05.xml"/><Relationship Id="rId10" Type="http://schemas.openxmlformats.org/officeDocument/2006/relationships/slideLayout" Target="../slideLayouts/slideLayout604.xml"/><Relationship Id="rId1" Type="http://schemas.openxmlformats.org/officeDocument/2006/relationships/slideLayout" Target="../slideLayouts/slideLayout595.xml"/></Relationships>
</file>

<file path=ppt/slideMasters/_rels/slideMaster56.xml.rels><?xml version="1.0" encoding="UTF-8" standalone="yes"?>
<Relationships xmlns="http://schemas.openxmlformats.org/package/2006/relationships"><Relationship Id="rId9" Type="http://schemas.openxmlformats.org/officeDocument/2006/relationships/slideLayout" Target="../slideLayouts/slideLayout614.xml"/><Relationship Id="rId8" Type="http://schemas.openxmlformats.org/officeDocument/2006/relationships/slideLayout" Target="../slideLayouts/slideLayout613.xml"/><Relationship Id="rId7" Type="http://schemas.openxmlformats.org/officeDocument/2006/relationships/slideLayout" Target="../slideLayouts/slideLayout612.xml"/><Relationship Id="rId6" Type="http://schemas.openxmlformats.org/officeDocument/2006/relationships/slideLayout" Target="../slideLayouts/slideLayout611.xml"/><Relationship Id="rId5" Type="http://schemas.openxmlformats.org/officeDocument/2006/relationships/slideLayout" Target="../slideLayouts/slideLayout610.xml"/><Relationship Id="rId4" Type="http://schemas.openxmlformats.org/officeDocument/2006/relationships/slideLayout" Target="../slideLayouts/slideLayout609.xml"/><Relationship Id="rId3" Type="http://schemas.openxmlformats.org/officeDocument/2006/relationships/slideLayout" Target="../slideLayouts/slideLayout608.xml"/><Relationship Id="rId2" Type="http://schemas.openxmlformats.org/officeDocument/2006/relationships/slideLayout" Target="../slideLayouts/slideLayout607.xml"/><Relationship Id="rId15" Type="http://schemas.openxmlformats.org/officeDocument/2006/relationships/theme" Target="../theme/theme56.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16.xml"/><Relationship Id="rId10" Type="http://schemas.openxmlformats.org/officeDocument/2006/relationships/slideLayout" Target="../slideLayouts/slideLayout615.xml"/><Relationship Id="rId1" Type="http://schemas.openxmlformats.org/officeDocument/2006/relationships/slideLayout" Target="../slideLayouts/slideLayout606.xml"/></Relationships>
</file>

<file path=ppt/slideMasters/_rels/slideMaster57.xml.rels><?xml version="1.0" encoding="UTF-8" standalone="yes"?>
<Relationships xmlns="http://schemas.openxmlformats.org/package/2006/relationships"><Relationship Id="rId9" Type="http://schemas.openxmlformats.org/officeDocument/2006/relationships/slideLayout" Target="../slideLayouts/slideLayout625.xml"/><Relationship Id="rId8" Type="http://schemas.openxmlformats.org/officeDocument/2006/relationships/slideLayout" Target="../slideLayouts/slideLayout624.xml"/><Relationship Id="rId7" Type="http://schemas.openxmlformats.org/officeDocument/2006/relationships/slideLayout" Target="../slideLayouts/slideLayout623.xml"/><Relationship Id="rId6" Type="http://schemas.openxmlformats.org/officeDocument/2006/relationships/slideLayout" Target="../slideLayouts/slideLayout622.xml"/><Relationship Id="rId5" Type="http://schemas.openxmlformats.org/officeDocument/2006/relationships/slideLayout" Target="../slideLayouts/slideLayout621.xml"/><Relationship Id="rId4" Type="http://schemas.openxmlformats.org/officeDocument/2006/relationships/slideLayout" Target="../slideLayouts/slideLayout620.xml"/><Relationship Id="rId3" Type="http://schemas.openxmlformats.org/officeDocument/2006/relationships/slideLayout" Target="../slideLayouts/slideLayout619.xml"/><Relationship Id="rId2" Type="http://schemas.openxmlformats.org/officeDocument/2006/relationships/slideLayout" Target="../slideLayouts/slideLayout618.xml"/><Relationship Id="rId15" Type="http://schemas.openxmlformats.org/officeDocument/2006/relationships/theme" Target="../theme/theme5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27.xml"/><Relationship Id="rId10" Type="http://schemas.openxmlformats.org/officeDocument/2006/relationships/slideLayout" Target="../slideLayouts/slideLayout626.xml"/><Relationship Id="rId1" Type="http://schemas.openxmlformats.org/officeDocument/2006/relationships/slideLayout" Target="../slideLayouts/slideLayout617.xml"/></Relationships>
</file>

<file path=ppt/slideMasters/_rels/slideMaster58.xml.rels><?xml version="1.0" encoding="UTF-8" standalone="yes"?>
<Relationships xmlns="http://schemas.openxmlformats.org/package/2006/relationships"><Relationship Id="rId9" Type="http://schemas.openxmlformats.org/officeDocument/2006/relationships/slideLayout" Target="../slideLayouts/slideLayout636.xml"/><Relationship Id="rId8" Type="http://schemas.openxmlformats.org/officeDocument/2006/relationships/slideLayout" Target="../slideLayouts/slideLayout635.xml"/><Relationship Id="rId7" Type="http://schemas.openxmlformats.org/officeDocument/2006/relationships/slideLayout" Target="../slideLayouts/slideLayout634.xml"/><Relationship Id="rId6" Type="http://schemas.openxmlformats.org/officeDocument/2006/relationships/slideLayout" Target="../slideLayouts/slideLayout633.xml"/><Relationship Id="rId5" Type="http://schemas.openxmlformats.org/officeDocument/2006/relationships/slideLayout" Target="../slideLayouts/slideLayout632.xml"/><Relationship Id="rId4" Type="http://schemas.openxmlformats.org/officeDocument/2006/relationships/slideLayout" Target="../slideLayouts/slideLayout631.xml"/><Relationship Id="rId3" Type="http://schemas.openxmlformats.org/officeDocument/2006/relationships/slideLayout" Target="../slideLayouts/slideLayout630.xml"/><Relationship Id="rId2" Type="http://schemas.openxmlformats.org/officeDocument/2006/relationships/slideLayout" Target="../slideLayouts/slideLayout629.xml"/><Relationship Id="rId15" Type="http://schemas.openxmlformats.org/officeDocument/2006/relationships/theme" Target="../theme/theme5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38.xml"/><Relationship Id="rId10" Type="http://schemas.openxmlformats.org/officeDocument/2006/relationships/slideLayout" Target="../slideLayouts/slideLayout637.xml"/><Relationship Id="rId1" Type="http://schemas.openxmlformats.org/officeDocument/2006/relationships/slideLayout" Target="../slideLayouts/slideLayout628.xml"/></Relationships>
</file>

<file path=ppt/slideMasters/_rels/slideMaster59.xml.rels><?xml version="1.0" encoding="UTF-8" standalone="yes"?>
<Relationships xmlns="http://schemas.openxmlformats.org/package/2006/relationships"><Relationship Id="rId9" Type="http://schemas.openxmlformats.org/officeDocument/2006/relationships/slideLayout" Target="../slideLayouts/slideLayout647.xml"/><Relationship Id="rId8" Type="http://schemas.openxmlformats.org/officeDocument/2006/relationships/slideLayout" Target="../slideLayouts/slideLayout646.xml"/><Relationship Id="rId7" Type="http://schemas.openxmlformats.org/officeDocument/2006/relationships/slideLayout" Target="../slideLayouts/slideLayout645.xml"/><Relationship Id="rId6" Type="http://schemas.openxmlformats.org/officeDocument/2006/relationships/slideLayout" Target="../slideLayouts/slideLayout644.xml"/><Relationship Id="rId5" Type="http://schemas.openxmlformats.org/officeDocument/2006/relationships/slideLayout" Target="../slideLayouts/slideLayout643.xml"/><Relationship Id="rId4" Type="http://schemas.openxmlformats.org/officeDocument/2006/relationships/slideLayout" Target="../slideLayouts/slideLayout642.xml"/><Relationship Id="rId3" Type="http://schemas.openxmlformats.org/officeDocument/2006/relationships/slideLayout" Target="../slideLayouts/slideLayout641.xml"/><Relationship Id="rId2" Type="http://schemas.openxmlformats.org/officeDocument/2006/relationships/slideLayout" Target="../slideLayouts/slideLayout640.xml"/><Relationship Id="rId15" Type="http://schemas.openxmlformats.org/officeDocument/2006/relationships/theme" Target="../theme/theme59.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49.xml"/><Relationship Id="rId10" Type="http://schemas.openxmlformats.org/officeDocument/2006/relationships/slideLayout" Target="../slideLayouts/slideLayout648.xml"/><Relationship Id="rId1" Type="http://schemas.openxmlformats.org/officeDocument/2006/relationships/slideLayout" Target="../slideLayouts/slideLayout639.xml"/></Relationships>
</file>

<file path=ppt/slideMasters/_rels/slideMaster60.xml.rels><?xml version="1.0" encoding="UTF-8" standalone="yes"?>
<Relationships xmlns="http://schemas.openxmlformats.org/package/2006/relationships"><Relationship Id="rId9" Type="http://schemas.openxmlformats.org/officeDocument/2006/relationships/slideLayout" Target="../slideLayouts/slideLayout658.xml"/><Relationship Id="rId8" Type="http://schemas.openxmlformats.org/officeDocument/2006/relationships/slideLayout" Target="../slideLayouts/slideLayout657.xml"/><Relationship Id="rId7" Type="http://schemas.openxmlformats.org/officeDocument/2006/relationships/slideLayout" Target="../slideLayouts/slideLayout656.xml"/><Relationship Id="rId6" Type="http://schemas.openxmlformats.org/officeDocument/2006/relationships/slideLayout" Target="../slideLayouts/slideLayout655.xml"/><Relationship Id="rId5" Type="http://schemas.openxmlformats.org/officeDocument/2006/relationships/slideLayout" Target="../slideLayouts/slideLayout654.xml"/><Relationship Id="rId4" Type="http://schemas.openxmlformats.org/officeDocument/2006/relationships/slideLayout" Target="../slideLayouts/slideLayout653.xml"/><Relationship Id="rId3" Type="http://schemas.openxmlformats.org/officeDocument/2006/relationships/slideLayout" Target="../slideLayouts/slideLayout652.xml"/><Relationship Id="rId2" Type="http://schemas.openxmlformats.org/officeDocument/2006/relationships/slideLayout" Target="../slideLayouts/slideLayout651.xml"/><Relationship Id="rId15" Type="http://schemas.openxmlformats.org/officeDocument/2006/relationships/theme" Target="../theme/theme60.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60.xml"/><Relationship Id="rId10" Type="http://schemas.openxmlformats.org/officeDocument/2006/relationships/slideLayout" Target="../slideLayouts/slideLayout659.xml"/><Relationship Id="rId1" Type="http://schemas.openxmlformats.org/officeDocument/2006/relationships/slideLayout" Target="../slideLayouts/slideLayout650.xml"/></Relationships>
</file>

<file path=ppt/slideMasters/_rels/slideMaster61.xml.rels><?xml version="1.0" encoding="UTF-8" standalone="yes"?>
<Relationships xmlns="http://schemas.openxmlformats.org/package/2006/relationships"><Relationship Id="rId9" Type="http://schemas.openxmlformats.org/officeDocument/2006/relationships/slideLayout" Target="../slideLayouts/slideLayout669.xml"/><Relationship Id="rId8" Type="http://schemas.openxmlformats.org/officeDocument/2006/relationships/slideLayout" Target="../slideLayouts/slideLayout668.xml"/><Relationship Id="rId7" Type="http://schemas.openxmlformats.org/officeDocument/2006/relationships/slideLayout" Target="../slideLayouts/slideLayout667.xml"/><Relationship Id="rId6" Type="http://schemas.openxmlformats.org/officeDocument/2006/relationships/slideLayout" Target="../slideLayouts/slideLayout666.xml"/><Relationship Id="rId5" Type="http://schemas.openxmlformats.org/officeDocument/2006/relationships/slideLayout" Target="../slideLayouts/slideLayout665.xml"/><Relationship Id="rId4" Type="http://schemas.openxmlformats.org/officeDocument/2006/relationships/slideLayout" Target="../slideLayouts/slideLayout664.xml"/><Relationship Id="rId3" Type="http://schemas.openxmlformats.org/officeDocument/2006/relationships/slideLayout" Target="../slideLayouts/slideLayout663.xml"/><Relationship Id="rId2" Type="http://schemas.openxmlformats.org/officeDocument/2006/relationships/slideLayout" Target="../slideLayouts/slideLayout662.xml"/><Relationship Id="rId17" Type="http://schemas.openxmlformats.org/officeDocument/2006/relationships/theme" Target="../theme/theme61.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671.xml"/><Relationship Id="rId10" Type="http://schemas.openxmlformats.org/officeDocument/2006/relationships/slideLayout" Target="../slideLayouts/slideLayout670.xml"/><Relationship Id="rId1" Type="http://schemas.openxmlformats.org/officeDocument/2006/relationships/slideLayout" Target="../slideLayouts/slideLayout661.xml"/></Relationships>
</file>

<file path=ppt/slideMasters/_rels/slideMaster62.xml.rels><?xml version="1.0" encoding="UTF-8" standalone="yes"?>
<Relationships xmlns="http://schemas.openxmlformats.org/package/2006/relationships"><Relationship Id="rId9" Type="http://schemas.openxmlformats.org/officeDocument/2006/relationships/slideLayout" Target="../slideLayouts/slideLayout680.xml"/><Relationship Id="rId8" Type="http://schemas.openxmlformats.org/officeDocument/2006/relationships/slideLayout" Target="../slideLayouts/slideLayout679.xml"/><Relationship Id="rId7" Type="http://schemas.openxmlformats.org/officeDocument/2006/relationships/slideLayout" Target="../slideLayouts/slideLayout678.xml"/><Relationship Id="rId6" Type="http://schemas.openxmlformats.org/officeDocument/2006/relationships/slideLayout" Target="../slideLayouts/slideLayout677.xml"/><Relationship Id="rId5" Type="http://schemas.openxmlformats.org/officeDocument/2006/relationships/slideLayout" Target="../slideLayouts/slideLayout676.xml"/><Relationship Id="rId4" Type="http://schemas.openxmlformats.org/officeDocument/2006/relationships/slideLayout" Target="../slideLayouts/slideLayout675.xml"/><Relationship Id="rId3" Type="http://schemas.openxmlformats.org/officeDocument/2006/relationships/slideLayout" Target="../slideLayouts/slideLayout674.xml"/><Relationship Id="rId2" Type="http://schemas.openxmlformats.org/officeDocument/2006/relationships/slideLayout" Target="../slideLayouts/slideLayout673.xml"/><Relationship Id="rId15" Type="http://schemas.openxmlformats.org/officeDocument/2006/relationships/theme" Target="../theme/theme6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82.xml"/><Relationship Id="rId10" Type="http://schemas.openxmlformats.org/officeDocument/2006/relationships/slideLayout" Target="../slideLayouts/slideLayout681.xml"/><Relationship Id="rId1" Type="http://schemas.openxmlformats.org/officeDocument/2006/relationships/slideLayout" Target="../slideLayouts/slideLayout672.xml"/></Relationships>
</file>

<file path=ppt/slideMasters/_rels/slideMaster63.xml.rels><?xml version="1.0" encoding="UTF-8" standalone="yes"?>
<Relationships xmlns="http://schemas.openxmlformats.org/package/2006/relationships"><Relationship Id="rId9" Type="http://schemas.openxmlformats.org/officeDocument/2006/relationships/slideLayout" Target="../slideLayouts/slideLayout691.xml"/><Relationship Id="rId8" Type="http://schemas.openxmlformats.org/officeDocument/2006/relationships/slideLayout" Target="../slideLayouts/slideLayout690.xml"/><Relationship Id="rId7" Type="http://schemas.openxmlformats.org/officeDocument/2006/relationships/slideLayout" Target="../slideLayouts/slideLayout689.xml"/><Relationship Id="rId6" Type="http://schemas.openxmlformats.org/officeDocument/2006/relationships/slideLayout" Target="../slideLayouts/slideLayout688.xml"/><Relationship Id="rId5" Type="http://schemas.openxmlformats.org/officeDocument/2006/relationships/slideLayout" Target="../slideLayouts/slideLayout687.xml"/><Relationship Id="rId4" Type="http://schemas.openxmlformats.org/officeDocument/2006/relationships/slideLayout" Target="../slideLayouts/slideLayout686.xml"/><Relationship Id="rId3" Type="http://schemas.openxmlformats.org/officeDocument/2006/relationships/slideLayout" Target="../slideLayouts/slideLayout685.xml"/><Relationship Id="rId2" Type="http://schemas.openxmlformats.org/officeDocument/2006/relationships/slideLayout" Target="../slideLayouts/slideLayout684.xml"/><Relationship Id="rId15" Type="http://schemas.openxmlformats.org/officeDocument/2006/relationships/theme" Target="../theme/theme6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693.xml"/><Relationship Id="rId10" Type="http://schemas.openxmlformats.org/officeDocument/2006/relationships/slideLayout" Target="../slideLayouts/slideLayout692.xml"/><Relationship Id="rId1" Type="http://schemas.openxmlformats.org/officeDocument/2006/relationships/slideLayout" Target="../slideLayouts/slideLayout683.xml"/></Relationships>
</file>

<file path=ppt/slideMasters/_rels/slideMaster64.xml.rels><?xml version="1.0" encoding="UTF-8" standalone="yes"?>
<Relationships xmlns="http://schemas.openxmlformats.org/package/2006/relationships"><Relationship Id="rId9" Type="http://schemas.openxmlformats.org/officeDocument/2006/relationships/slideLayout" Target="../slideLayouts/slideLayout702.xml"/><Relationship Id="rId8" Type="http://schemas.openxmlformats.org/officeDocument/2006/relationships/slideLayout" Target="../slideLayouts/slideLayout701.xml"/><Relationship Id="rId7" Type="http://schemas.openxmlformats.org/officeDocument/2006/relationships/slideLayout" Target="../slideLayouts/slideLayout700.xml"/><Relationship Id="rId6" Type="http://schemas.openxmlformats.org/officeDocument/2006/relationships/slideLayout" Target="../slideLayouts/slideLayout699.xml"/><Relationship Id="rId5" Type="http://schemas.openxmlformats.org/officeDocument/2006/relationships/slideLayout" Target="../slideLayouts/slideLayout698.xml"/><Relationship Id="rId4" Type="http://schemas.openxmlformats.org/officeDocument/2006/relationships/slideLayout" Target="../slideLayouts/slideLayout697.xml"/><Relationship Id="rId3" Type="http://schemas.openxmlformats.org/officeDocument/2006/relationships/slideLayout" Target="../slideLayouts/slideLayout696.xml"/><Relationship Id="rId2" Type="http://schemas.openxmlformats.org/officeDocument/2006/relationships/slideLayout" Target="../slideLayouts/slideLayout695.xml"/><Relationship Id="rId15" Type="http://schemas.openxmlformats.org/officeDocument/2006/relationships/theme" Target="../theme/theme64.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04.xml"/><Relationship Id="rId10" Type="http://schemas.openxmlformats.org/officeDocument/2006/relationships/slideLayout" Target="../slideLayouts/slideLayout703.xml"/><Relationship Id="rId1" Type="http://schemas.openxmlformats.org/officeDocument/2006/relationships/slideLayout" Target="../slideLayouts/slideLayout694.xml"/></Relationships>
</file>

<file path=ppt/slideMasters/_rels/slideMaster65.xml.rels><?xml version="1.0" encoding="UTF-8" standalone="yes"?>
<Relationships xmlns="http://schemas.openxmlformats.org/package/2006/relationships"><Relationship Id="rId9" Type="http://schemas.openxmlformats.org/officeDocument/2006/relationships/slideLayout" Target="../slideLayouts/slideLayout713.xml"/><Relationship Id="rId8" Type="http://schemas.openxmlformats.org/officeDocument/2006/relationships/slideLayout" Target="../slideLayouts/slideLayout712.xml"/><Relationship Id="rId7" Type="http://schemas.openxmlformats.org/officeDocument/2006/relationships/slideLayout" Target="../slideLayouts/slideLayout711.xml"/><Relationship Id="rId6" Type="http://schemas.openxmlformats.org/officeDocument/2006/relationships/slideLayout" Target="../slideLayouts/slideLayout710.xml"/><Relationship Id="rId5" Type="http://schemas.openxmlformats.org/officeDocument/2006/relationships/slideLayout" Target="../slideLayouts/slideLayout709.xml"/><Relationship Id="rId4" Type="http://schemas.openxmlformats.org/officeDocument/2006/relationships/slideLayout" Target="../slideLayouts/slideLayout708.xml"/><Relationship Id="rId3" Type="http://schemas.openxmlformats.org/officeDocument/2006/relationships/slideLayout" Target="../slideLayouts/slideLayout707.xml"/><Relationship Id="rId2" Type="http://schemas.openxmlformats.org/officeDocument/2006/relationships/slideLayout" Target="../slideLayouts/slideLayout706.xml"/><Relationship Id="rId15" Type="http://schemas.openxmlformats.org/officeDocument/2006/relationships/theme" Target="../theme/theme6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15.xml"/><Relationship Id="rId10" Type="http://schemas.openxmlformats.org/officeDocument/2006/relationships/slideLayout" Target="../slideLayouts/slideLayout714.xml"/><Relationship Id="rId1" Type="http://schemas.openxmlformats.org/officeDocument/2006/relationships/slideLayout" Target="../slideLayouts/slideLayout705.xml"/></Relationships>
</file>

<file path=ppt/slideMasters/_rels/slideMaster66.xml.rels><?xml version="1.0" encoding="UTF-8" standalone="yes"?>
<Relationships xmlns="http://schemas.openxmlformats.org/package/2006/relationships"><Relationship Id="rId9" Type="http://schemas.openxmlformats.org/officeDocument/2006/relationships/slideLayout" Target="../slideLayouts/slideLayout724.xml"/><Relationship Id="rId8" Type="http://schemas.openxmlformats.org/officeDocument/2006/relationships/slideLayout" Target="../slideLayouts/slideLayout723.xml"/><Relationship Id="rId7" Type="http://schemas.openxmlformats.org/officeDocument/2006/relationships/slideLayout" Target="../slideLayouts/slideLayout722.xml"/><Relationship Id="rId6" Type="http://schemas.openxmlformats.org/officeDocument/2006/relationships/slideLayout" Target="../slideLayouts/slideLayout721.xml"/><Relationship Id="rId5" Type="http://schemas.openxmlformats.org/officeDocument/2006/relationships/slideLayout" Target="../slideLayouts/slideLayout720.xml"/><Relationship Id="rId4" Type="http://schemas.openxmlformats.org/officeDocument/2006/relationships/slideLayout" Target="../slideLayouts/slideLayout719.xml"/><Relationship Id="rId3" Type="http://schemas.openxmlformats.org/officeDocument/2006/relationships/slideLayout" Target="../slideLayouts/slideLayout718.xml"/><Relationship Id="rId2" Type="http://schemas.openxmlformats.org/officeDocument/2006/relationships/slideLayout" Target="../slideLayouts/slideLayout717.xml"/><Relationship Id="rId15" Type="http://schemas.openxmlformats.org/officeDocument/2006/relationships/theme" Target="../theme/theme66.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26.xml"/><Relationship Id="rId10" Type="http://schemas.openxmlformats.org/officeDocument/2006/relationships/slideLayout" Target="../slideLayouts/slideLayout725.xml"/><Relationship Id="rId1" Type="http://schemas.openxmlformats.org/officeDocument/2006/relationships/slideLayout" Target="../slideLayouts/slideLayout716.xml"/></Relationships>
</file>

<file path=ppt/slideMasters/_rels/slideMaster67.xml.rels><?xml version="1.0" encoding="UTF-8" standalone="yes"?>
<Relationships xmlns="http://schemas.openxmlformats.org/package/2006/relationships"><Relationship Id="rId9" Type="http://schemas.openxmlformats.org/officeDocument/2006/relationships/slideLayout" Target="../slideLayouts/slideLayout735.xml"/><Relationship Id="rId8" Type="http://schemas.openxmlformats.org/officeDocument/2006/relationships/slideLayout" Target="../slideLayouts/slideLayout734.xml"/><Relationship Id="rId7" Type="http://schemas.openxmlformats.org/officeDocument/2006/relationships/slideLayout" Target="../slideLayouts/slideLayout733.xml"/><Relationship Id="rId6" Type="http://schemas.openxmlformats.org/officeDocument/2006/relationships/slideLayout" Target="../slideLayouts/slideLayout732.xml"/><Relationship Id="rId5" Type="http://schemas.openxmlformats.org/officeDocument/2006/relationships/slideLayout" Target="../slideLayouts/slideLayout731.xml"/><Relationship Id="rId4" Type="http://schemas.openxmlformats.org/officeDocument/2006/relationships/slideLayout" Target="../slideLayouts/slideLayout730.xml"/><Relationship Id="rId3" Type="http://schemas.openxmlformats.org/officeDocument/2006/relationships/slideLayout" Target="../slideLayouts/slideLayout729.xml"/><Relationship Id="rId2" Type="http://schemas.openxmlformats.org/officeDocument/2006/relationships/slideLayout" Target="../slideLayouts/slideLayout728.xml"/><Relationship Id="rId15" Type="http://schemas.openxmlformats.org/officeDocument/2006/relationships/theme" Target="../theme/theme6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37.xml"/><Relationship Id="rId10" Type="http://schemas.openxmlformats.org/officeDocument/2006/relationships/slideLayout" Target="../slideLayouts/slideLayout736.xml"/><Relationship Id="rId1" Type="http://schemas.openxmlformats.org/officeDocument/2006/relationships/slideLayout" Target="../slideLayouts/slideLayout727.xml"/></Relationships>
</file>

<file path=ppt/slideMasters/_rels/slideMaster68.xml.rels><?xml version="1.0" encoding="UTF-8" standalone="yes"?>
<Relationships xmlns="http://schemas.openxmlformats.org/package/2006/relationships"><Relationship Id="rId9" Type="http://schemas.openxmlformats.org/officeDocument/2006/relationships/slideLayout" Target="../slideLayouts/slideLayout746.xml"/><Relationship Id="rId8" Type="http://schemas.openxmlformats.org/officeDocument/2006/relationships/slideLayout" Target="../slideLayouts/slideLayout745.xml"/><Relationship Id="rId7" Type="http://schemas.openxmlformats.org/officeDocument/2006/relationships/slideLayout" Target="../slideLayouts/slideLayout744.xml"/><Relationship Id="rId6" Type="http://schemas.openxmlformats.org/officeDocument/2006/relationships/slideLayout" Target="../slideLayouts/slideLayout743.xml"/><Relationship Id="rId5" Type="http://schemas.openxmlformats.org/officeDocument/2006/relationships/slideLayout" Target="../slideLayouts/slideLayout742.xml"/><Relationship Id="rId4" Type="http://schemas.openxmlformats.org/officeDocument/2006/relationships/slideLayout" Target="../slideLayouts/slideLayout741.xml"/><Relationship Id="rId3" Type="http://schemas.openxmlformats.org/officeDocument/2006/relationships/slideLayout" Target="../slideLayouts/slideLayout740.xml"/><Relationship Id="rId2" Type="http://schemas.openxmlformats.org/officeDocument/2006/relationships/slideLayout" Target="../slideLayouts/slideLayout739.xml"/><Relationship Id="rId17" Type="http://schemas.openxmlformats.org/officeDocument/2006/relationships/theme" Target="../theme/theme68.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748.xml"/><Relationship Id="rId10" Type="http://schemas.openxmlformats.org/officeDocument/2006/relationships/slideLayout" Target="../slideLayouts/slideLayout747.xml"/><Relationship Id="rId1" Type="http://schemas.openxmlformats.org/officeDocument/2006/relationships/slideLayout" Target="../slideLayouts/slideLayout738.xml"/></Relationships>
</file>

<file path=ppt/slideMasters/_rels/slideMaster69.xml.rels><?xml version="1.0" encoding="UTF-8" standalone="yes"?>
<Relationships xmlns="http://schemas.openxmlformats.org/package/2006/relationships"><Relationship Id="rId9" Type="http://schemas.openxmlformats.org/officeDocument/2006/relationships/slideLayout" Target="../slideLayouts/slideLayout757.xml"/><Relationship Id="rId8" Type="http://schemas.openxmlformats.org/officeDocument/2006/relationships/slideLayout" Target="../slideLayouts/slideLayout756.xml"/><Relationship Id="rId7" Type="http://schemas.openxmlformats.org/officeDocument/2006/relationships/slideLayout" Target="../slideLayouts/slideLayout755.xml"/><Relationship Id="rId6" Type="http://schemas.openxmlformats.org/officeDocument/2006/relationships/slideLayout" Target="../slideLayouts/slideLayout754.xml"/><Relationship Id="rId5" Type="http://schemas.openxmlformats.org/officeDocument/2006/relationships/slideLayout" Target="../slideLayouts/slideLayout753.xml"/><Relationship Id="rId4" Type="http://schemas.openxmlformats.org/officeDocument/2006/relationships/slideLayout" Target="../slideLayouts/slideLayout752.xml"/><Relationship Id="rId3" Type="http://schemas.openxmlformats.org/officeDocument/2006/relationships/slideLayout" Target="../slideLayouts/slideLayout751.xml"/><Relationship Id="rId2" Type="http://schemas.openxmlformats.org/officeDocument/2006/relationships/slideLayout" Target="../slideLayouts/slideLayout750.xml"/><Relationship Id="rId15" Type="http://schemas.openxmlformats.org/officeDocument/2006/relationships/theme" Target="../theme/theme69.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59.xml"/><Relationship Id="rId10" Type="http://schemas.openxmlformats.org/officeDocument/2006/relationships/slideLayout" Target="../slideLayouts/slideLayout758.xml"/><Relationship Id="rId1" Type="http://schemas.openxmlformats.org/officeDocument/2006/relationships/slideLayout" Target="../slideLayouts/slideLayout749.xml"/></Relationships>
</file>

<file path=ppt/slideMasters/_rels/slideMaster70.xml.rels><?xml version="1.0" encoding="UTF-8" standalone="yes"?>
<Relationships xmlns="http://schemas.openxmlformats.org/package/2006/relationships"><Relationship Id="rId9" Type="http://schemas.openxmlformats.org/officeDocument/2006/relationships/slideLayout" Target="../slideLayouts/slideLayout768.xml"/><Relationship Id="rId8" Type="http://schemas.openxmlformats.org/officeDocument/2006/relationships/slideLayout" Target="../slideLayouts/slideLayout767.xml"/><Relationship Id="rId7" Type="http://schemas.openxmlformats.org/officeDocument/2006/relationships/slideLayout" Target="../slideLayouts/slideLayout766.xml"/><Relationship Id="rId6" Type="http://schemas.openxmlformats.org/officeDocument/2006/relationships/slideLayout" Target="../slideLayouts/slideLayout765.xml"/><Relationship Id="rId5" Type="http://schemas.openxmlformats.org/officeDocument/2006/relationships/slideLayout" Target="../slideLayouts/slideLayout764.xml"/><Relationship Id="rId4" Type="http://schemas.openxmlformats.org/officeDocument/2006/relationships/slideLayout" Target="../slideLayouts/slideLayout763.xml"/><Relationship Id="rId3" Type="http://schemas.openxmlformats.org/officeDocument/2006/relationships/slideLayout" Target="../slideLayouts/slideLayout762.xml"/><Relationship Id="rId2" Type="http://schemas.openxmlformats.org/officeDocument/2006/relationships/slideLayout" Target="../slideLayouts/slideLayout761.xml"/><Relationship Id="rId15" Type="http://schemas.openxmlformats.org/officeDocument/2006/relationships/theme" Target="../theme/theme70.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70.xml"/><Relationship Id="rId10" Type="http://schemas.openxmlformats.org/officeDocument/2006/relationships/slideLayout" Target="../slideLayouts/slideLayout769.xml"/><Relationship Id="rId1" Type="http://schemas.openxmlformats.org/officeDocument/2006/relationships/slideLayout" Target="../slideLayouts/slideLayout760.xml"/></Relationships>
</file>

<file path=ppt/slideMasters/_rels/slideMaster71.xml.rels><?xml version="1.0" encoding="UTF-8" standalone="yes"?>
<Relationships xmlns="http://schemas.openxmlformats.org/package/2006/relationships"><Relationship Id="rId9" Type="http://schemas.openxmlformats.org/officeDocument/2006/relationships/slideLayout" Target="../slideLayouts/slideLayout779.xml"/><Relationship Id="rId8" Type="http://schemas.openxmlformats.org/officeDocument/2006/relationships/slideLayout" Target="../slideLayouts/slideLayout778.xml"/><Relationship Id="rId7" Type="http://schemas.openxmlformats.org/officeDocument/2006/relationships/slideLayout" Target="../slideLayouts/slideLayout777.xml"/><Relationship Id="rId6" Type="http://schemas.openxmlformats.org/officeDocument/2006/relationships/slideLayout" Target="../slideLayouts/slideLayout776.xml"/><Relationship Id="rId5" Type="http://schemas.openxmlformats.org/officeDocument/2006/relationships/slideLayout" Target="../slideLayouts/slideLayout775.xml"/><Relationship Id="rId4" Type="http://schemas.openxmlformats.org/officeDocument/2006/relationships/slideLayout" Target="../slideLayouts/slideLayout774.xml"/><Relationship Id="rId3" Type="http://schemas.openxmlformats.org/officeDocument/2006/relationships/slideLayout" Target="../slideLayouts/slideLayout773.xml"/><Relationship Id="rId2" Type="http://schemas.openxmlformats.org/officeDocument/2006/relationships/slideLayout" Target="../slideLayouts/slideLayout772.xml"/><Relationship Id="rId15" Type="http://schemas.openxmlformats.org/officeDocument/2006/relationships/theme" Target="../theme/theme71.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81.xml"/><Relationship Id="rId10" Type="http://schemas.openxmlformats.org/officeDocument/2006/relationships/slideLayout" Target="../slideLayouts/slideLayout780.xml"/><Relationship Id="rId1" Type="http://schemas.openxmlformats.org/officeDocument/2006/relationships/slideLayout" Target="../slideLayouts/slideLayout771.xml"/></Relationships>
</file>

<file path=ppt/slideMasters/_rels/slideMaster72.xml.rels><?xml version="1.0" encoding="UTF-8" standalone="yes"?>
<Relationships xmlns="http://schemas.openxmlformats.org/package/2006/relationships"><Relationship Id="rId9" Type="http://schemas.openxmlformats.org/officeDocument/2006/relationships/slideLayout" Target="../slideLayouts/slideLayout790.xml"/><Relationship Id="rId8" Type="http://schemas.openxmlformats.org/officeDocument/2006/relationships/slideLayout" Target="../slideLayouts/slideLayout789.xml"/><Relationship Id="rId7" Type="http://schemas.openxmlformats.org/officeDocument/2006/relationships/slideLayout" Target="../slideLayouts/slideLayout788.xml"/><Relationship Id="rId6" Type="http://schemas.openxmlformats.org/officeDocument/2006/relationships/slideLayout" Target="../slideLayouts/slideLayout787.xml"/><Relationship Id="rId5" Type="http://schemas.openxmlformats.org/officeDocument/2006/relationships/slideLayout" Target="../slideLayouts/slideLayout786.xml"/><Relationship Id="rId4" Type="http://schemas.openxmlformats.org/officeDocument/2006/relationships/slideLayout" Target="../slideLayouts/slideLayout785.xml"/><Relationship Id="rId3" Type="http://schemas.openxmlformats.org/officeDocument/2006/relationships/slideLayout" Target="../slideLayouts/slideLayout784.xml"/><Relationship Id="rId2" Type="http://schemas.openxmlformats.org/officeDocument/2006/relationships/slideLayout" Target="../slideLayouts/slideLayout783.xml"/><Relationship Id="rId15" Type="http://schemas.openxmlformats.org/officeDocument/2006/relationships/theme" Target="../theme/theme7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792.xml"/><Relationship Id="rId10" Type="http://schemas.openxmlformats.org/officeDocument/2006/relationships/slideLayout" Target="../slideLayouts/slideLayout791.xml"/><Relationship Id="rId1" Type="http://schemas.openxmlformats.org/officeDocument/2006/relationships/slideLayout" Target="../slideLayouts/slideLayout782.xml"/></Relationships>
</file>

<file path=ppt/slideMasters/_rels/slideMaster73.xml.rels><?xml version="1.0" encoding="UTF-8" standalone="yes"?>
<Relationships xmlns="http://schemas.openxmlformats.org/package/2006/relationships"><Relationship Id="rId9" Type="http://schemas.openxmlformats.org/officeDocument/2006/relationships/slideLayout" Target="../slideLayouts/slideLayout801.xml"/><Relationship Id="rId8" Type="http://schemas.openxmlformats.org/officeDocument/2006/relationships/slideLayout" Target="../slideLayouts/slideLayout800.xml"/><Relationship Id="rId7" Type="http://schemas.openxmlformats.org/officeDocument/2006/relationships/slideLayout" Target="../slideLayouts/slideLayout799.xml"/><Relationship Id="rId6" Type="http://schemas.openxmlformats.org/officeDocument/2006/relationships/slideLayout" Target="../slideLayouts/slideLayout798.xml"/><Relationship Id="rId5" Type="http://schemas.openxmlformats.org/officeDocument/2006/relationships/slideLayout" Target="../slideLayouts/slideLayout797.xml"/><Relationship Id="rId4" Type="http://schemas.openxmlformats.org/officeDocument/2006/relationships/slideLayout" Target="../slideLayouts/slideLayout796.xml"/><Relationship Id="rId3" Type="http://schemas.openxmlformats.org/officeDocument/2006/relationships/slideLayout" Target="../slideLayouts/slideLayout795.xml"/><Relationship Id="rId2" Type="http://schemas.openxmlformats.org/officeDocument/2006/relationships/slideLayout" Target="../slideLayouts/slideLayout794.xml"/><Relationship Id="rId15" Type="http://schemas.openxmlformats.org/officeDocument/2006/relationships/theme" Target="../theme/theme7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03.xml"/><Relationship Id="rId10" Type="http://schemas.openxmlformats.org/officeDocument/2006/relationships/slideLayout" Target="../slideLayouts/slideLayout802.xml"/><Relationship Id="rId1" Type="http://schemas.openxmlformats.org/officeDocument/2006/relationships/slideLayout" Target="../slideLayouts/slideLayout793.xml"/></Relationships>
</file>

<file path=ppt/slideMasters/_rels/slideMaster74.xml.rels><?xml version="1.0" encoding="UTF-8" standalone="yes"?>
<Relationships xmlns="http://schemas.openxmlformats.org/package/2006/relationships"><Relationship Id="rId9" Type="http://schemas.openxmlformats.org/officeDocument/2006/relationships/slideLayout" Target="../slideLayouts/slideLayout812.xml"/><Relationship Id="rId8" Type="http://schemas.openxmlformats.org/officeDocument/2006/relationships/slideLayout" Target="../slideLayouts/slideLayout811.xml"/><Relationship Id="rId7" Type="http://schemas.openxmlformats.org/officeDocument/2006/relationships/slideLayout" Target="../slideLayouts/slideLayout810.xml"/><Relationship Id="rId6" Type="http://schemas.openxmlformats.org/officeDocument/2006/relationships/slideLayout" Target="../slideLayouts/slideLayout809.xml"/><Relationship Id="rId5" Type="http://schemas.openxmlformats.org/officeDocument/2006/relationships/slideLayout" Target="../slideLayouts/slideLayout808.xml"/><Relationship Id="rId4" Type="http://schemas.openxmlformats.org/officeDocument/2006/relationships/slideLayout" Target="../slideLayouts/slideLayout807.xml"/><Relationship Id="rId3" Type="http://schemas.openxmlformats.org/officeDocument/2006/relationships/slideLayout" Target="../slideLayouts/slideLayout806.xml"/><Relationship Id="rId2" Type="http://schemas.openxmlformats.org/officeDocument/2006/relationships/slideLayout" Target="../slideLayouts/slideLayout805.xml"/><Relationship Id="rId15" Type="http://schemas.openxmlformats.org/officeDocument/2006/relationships/theme" Target="../theme/theme74.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14.xml"/><Relationship Id="rId10" Type="http://schemas.openxmlformats.org/officeDocument/2006/relationships/slideLayout" Target="../slideLayouts/slideLayout813.xml"/><Relationship Id="rId1" Type="http://schemas.openxmlformats.org/officeDocument/2006/relationships/slideLayout" Target="../slideLayouts/slideLayout804.xml"/></Relationships>
</file>

<file path=ppt/slideMasters/_rels/slideMaster75.xml.rels><?xml version="1.0" encoding="UTF-8" standalone="yes"?>
<Relationships xmlns="http://schemas.openxmlformats.org/package/2006/relationships"><Relationship Id="rId9" Type="http://schemas.openxmlformats.org/officeDocument/2006/relationships/slideLayout" Target="../slideLayouts/slideLayout823.xml"/><Relationship Id="rId8" Type="http://schemas.openxmlformats.org/officeDocument/2006/relationships/slideLayout" Target="../slideLayouts/slideLayout822.xml"/><Relationship Id="rId7" Type="http://schemas.openxmlformats.org/officeDocument/2006/relationships/slideLayout" Target="../slideLayouts/slideLayout821.xml"/><Relationship Id="rId6" Type="http://schemas.openxmlformats.org/officeDocument/2006/relationships/slideLayout" Target="../slideLayouts/slideLayout820.xml"/><Relationship Id="rId5" Type="http://schemas.openxmlformats.org/officeDocument/2006/relationships/slideLayout" Target="../slideLayouts/slideLayout819.xml"/><Relationship Id="rId4" Type="http://schemas.openxmlformats.org/officeDocument/2006/relationships/slideLayout" Target="../slideLayouts/slideLayout818.xml"/><Relationship Id="rId3" Type="http://schemas.openxmlformats.org/officeDocument/2006/relationships/slideLayout" Target="../slideLayouts/slideLayout817.xml"/><Relationship Id="rId2" Type="http://schemas.openxmlformats.org/officeDocument/2006/relationships/slideLayout" Target="../slideLayouts/slideLayout816.xml"/><Relationship Id="rId17" Type="http://schemas.openxmlformats.org/officeDocument/2006/relationships/theme" Target="../theme/theme75.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825.xml"/><Relationship Id="rId10" Type="http://schemas.openxmlformats.org/officeDocument/2006/relationships/slideLayout" Target="../slideLayouts/slideLayout824.xml"/><Relationship Id="rId1" Type="http://schemas.openxmlformats.org/officeDocument/2006/relationships/slideLayout" Target="../slideLayouts/slideLayout815.xml"/></Relationships>
</file>

<file path=ppt/slideMasters/_rels/slideMaster76.xml.rels><?xml version="1.0" encoding="UTF-8" standalone="yes"?>
<Relationships xmlns="http://schemas.openxmlformats.org/package/2006/relationships"><Relationship Id="rId9" Type="http://schemas.openxmlformats.org/officeDocument/2006/relationships/slideLayout" Target="../slideLayouts/slideLayout834.xml"/><Relationship Id="rId8" Type="http://schemas.openxmlformats.org/officeDocument/2006/relationships/slideLayout" Target="../slideLayouts/slideLayout833.xml"/><Relationship Id="rId7" Type="http://schemas.openxmlformats.org/officeDocument/2006/relationships/slideLayout" Target="../slideLayouts/slideLayout832.xml"/><Relationship Id="rId6" Type="http://schemas.openxmlformats.org/officeDocument/2006/relationships/slideLayout" Target="../slideLayouts/slideLayout831.xml"/><Relationship Id="rId5" Type="http://schemas.openxmlformats.org/officeDocument/2006/relationships/slideLayout" Target="../slideLayouts/slideLayout830.xml"/><Relationship Id="rId4" Type="http://schemas.openxmlformats.org/officeDocument/2006/relationships/slideLayout" Target="../slideLayouts/slideLayout829.xml"/><Relationship Id="rId3" Type="http://schemas.openxmlformats.org/officeDocument/2006/relationships/slideLayout" Target="../slideLayouts/slideLayout828.xml"/><Relationship Id="rId2" Type="http://schemas.openxmlformats.org/officeDocument/2006/relationships/slideLayout" Target="../slideLayouts/slideLayout827.xml"/><Relationship Id="rId15" Type="http://schemas.openxmlformats.org/officeDocument/2006/relationships/theme" Target="../theme/theme76.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36.xml"/><Relationship Id="rId10" Type="http://schemas.openxmlformats.org/officeDocument/2006/relationships/slideLayout" Target="../slideLayouts/slideLayout835.xml"/><Relationship Id="rId1" Type="http://schemas.openxmlformats.org/officeDocument/2006/relationships/slideLayout" Target="../slideLayouts/slideLayout826.xml"/></Relationships>
</file>

<file path=ppt/slideMasters/_rels/slideMaster77.xml.rels><?xml version="1.0" encoding="UTF-8" standalone="yes"?>
<Relationships xmlns="http://schemas.openxmlformats.org/package/2006/relationships"><Relationship Id="rId9" Type="http://schemas.openxmlformats.org/officeDocument/2006/relationships/slideLayout" Target="../slideLayouts/slideLayout845.xml"/><Relationship Id="rId8" Type="http://schemas.openxmlformats.org/officeDocument/2006/relationships/slideLayout" Target="../slideLayouts/slideLayout844.xml"/><Relationship Id="rId7" Type="http://schemas.openxmlformats.org/officeDocument/2006/relationships/slideLayout" Target="../slideLayouts/slideLayout843.xml"/><Relationship Id="rId6" Type="http://schemas.openxmlformats.org/officeDocument/2006/relationships/slideLayout" Target="../slideLayouts/slideLayout842.xml"/><Relationship Id="rId5" Type="http://schemas.openxmlformats.org/officeDocument/2006/relationships/slideLayout" Target="../slideLayouts/slideLayout841.xml"/><Relationship Id="rId4" Type="http://schemas.openxmlformats.org/officeDocument/2006/relationships/slideLayout" Target="../slideLayouts/slideLayout840.xml"/><Relationship Id="rId3" Type="http://schemas.openxmlformats.org/officeDocument/2006/relationships/slideLayout" Target="../slideLayouts/slideLayout839.xml"/><Relationship Id="rId2" Type="http://schemas.openxmlformats.org/officeDocument/2006/relationships/slideLayout" Target="../slideLayouts/slideLayout838.xml"/><Relationship Id="rId15" Type="http://schemas.openxmlformats.org/officeDocument/2006/relationships/theme" Target="../theme/theme7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47.xml"/><Relationship Id="rId10" Type="http://schemas.openxmlformats.org/officeDocument/2006/relationships/slideLayout" Target="../slideLayouts/slideLayout846.xml"/><Relationship Id="rId1" Type="http://schemas.openxmlformats.org/officeDocument/2006/relationships/slideLayout" Target="../slideLayouts/slideLayout837.xml"/></Relationships>
</file>

<file path=ppt/slideMasters/_rels/slideMaster78.xml.rels><?xml version="1.0" encoding="UTF-8" standalone="yes"?>
<Relationships xmlns="http://schemas.openxmlformats.org/package/2006/relationships"><Relationship Id="rId9" Type="http://schemas.openxmlformats.org/officeDocument/2006/relationships/slideLayout" Target="../slideLayouts/slideLayout856.xml"/><Relationship Id="rId8" Type="http://schemas.openxmlformats.org/officeDocument/2006/relationships/slideLayout" Target="../slideLayouts/slideLayout855.xml"/><Relationship Id="rId7" Type="http://schemas.openxmlformats.org/officeDocument/2006/relationships/slideLayout" Target="../slideLayouts/slideLayout854.xml"/><Relationship Id="rId6" Type="http://schemas.openxmlformats.org/officeDocument/2006/relationships/slideLayout" Target="../slideLayouts/slideLayout853.xml"/><Relationship Id="rId5" Type="http://schemas.openxmlformats.org/officeDocument/2006/relationships/slideLayout" Target="../slideLayouts/slideLayout852.xml"/><Relationship Id="rId4" Type="http://schemas.openxmlformats.org/officeDocument/2006/relationships/slideLayout" Target="../slideLayouts/slideLayout851.xml"/><Relationship Id="rId3" Type="http://schemas.openxmlformats.org/officeDocument/2006/relationships/slideLayout" Target="../slideLayouts/slideLayout850.xml"/><Relationship Id="rId2" Type="http://schemas.openxmlformats.org/officeDocument/2006/relationships/slideLayout" Target="../slideLayouts/slideLayout849.xml"/><Relationship Id="rId15" Type="http://schemas.openxmlformats.org/officeDocument/2006/relationships/theme" Target="../theme/theme7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58.xml"/><Relationship Id="rId10" Type="http://schemas.openxmlformats.org/officeDocument/2006/relationships/slideLayout" Target="../slideLayouts/slideLayout857.xml"/><Relationship Id="rId1" Type="http://schemas.openxmlformats.org/officeDocument/2006/relationships/slideLayout" Target="../slideLayouts/slideLayout848.xml"/></Relationships>
</file>

<file path=ppt/slideMasters/_rels/slideMaster79.xml.rels><?xml version="1.0" encoding="UTF-8" standalone="yes"?>
<Relationships xmlns="http://schemas.openxmlformats.org/package/2006/relationships"><Relationship Id="rId9" Type="http://schemas.openxmlformats.org/officeDocument/2006/relationships/slideLayout" Target="../slideLayouts/slideLayout867.xml"/><Relationship Id="rId8" Type="http://schemas.openxmlformats.org/officeDocument/2006/relationships/slideLayout" Target="../slideLayouts/slideLayout866.xml"/><Relationship Id="rId7" Type="http://schemas.openxmlformats.org/officeDocument/2006/relationships/slideLayout" Target="../slideLayouts/slideLayout865.xml"/><Relationship Id="rId6" Type="http://schemas.openxmlformats.org/officeDocument/2006/relationships/slideLayout" Target="../slideLayouts/slideLayout864.xml"/><Relationship Id="rId5" Type="http://schemas.openxmlformats.org/officeDocument/2006/relationships/slideLayout" Target="../slideLayouts/slideLayout863.xml"/><Relationship Id="rId4" Type="http://schemas.openxmlformats.org/officeDocument/2006/relationships/slideLayout" Target="../slideLayouts/slideLayout862.xml"/><Relationship Id="rId3" Type="http://schemas.openxmlformats.org/officeDocument/2006/relationships/slideLayout" Target="../slideLayouts/slideLayout861.xml"/><Relationship Id="rId2" Type="http://schemas.openxmlformats.org/officeDocument/2006/relationships/slideLayout" Target="../slideLayouts/slideLayout860.xml"/><Relationship Id="rId15" Type="http://schemas.openxmlformats.org/officeDocument/2006/relationships/theme" Target="../theme/theme79.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69.xml"/><Relationship Id="rId10" Type="http://schemas.openxmlformats.org/officeDocument/2006/relationships/slideLayout" Target="../slideLayouts/slideLayout868.xml"/><Relationship Id="rId1" Type="http://schemas.openxmlformats.org/officeDocument/2006/relationships/slideLayout" Target="../slideLayouts/slideLayout859.xml"/></Relationships>
</file>

<file path=ppt/slideMasters/_rels/slideMaster80.xml.rels><?xml version="1.0" encoding="UTF-8" standalone="yes"?>
<Relationships xmlns="http://schemas.openxmlformats.org/package/2006/relationships"><Relationship Id="rId9" Type="http://schemas.openxmlformats.org/officeDocument/2006/relationships/slideLayout" Target="../slideLayouts/slideLayout878.xml"/><Relationship Id="rId8" Type="http://schemas.openxmlformats.org/officeDocument/2006/relationships/slideLayout" Target="../slideLayouts/slideLayout877.xml"/><Relationship Id="rId7" Type="http://schemas.openxmlformats.org/officeDocument/2006/relationships/slideLayout" Target="../slideLayouts/slideLayout876.xml"/><Relationship Id="rId6" Type="http://schemas.openxmlformats.org/officeDocument/2006/relationships/slideLayout" Target="../slideLayouts/slideLayout875.xml"/><Relationship Id="rId5" Type="http://schemas.openxmlformats.org/officeDocument/2006/relationships/slideLayout" Target="../slideLayouts/slideLayout874.xml"/><Relationship Id="rId4" Type="http://schemas.openxmlformats.org/officeDocument/2006/relationships/slideLayout" Target="../slideLayouts/slideLayout873.xml"/><Relationship Id="rId3" Type="http://schemas.openxmlformats.org/officeDocument/2006/relationships/slideLayout" Target="../slideLayouts/slideLayout872.xml"/><Relationship Id="rId2" Type="http://schemas.openxmlformats.org/officeDocument/2006/relationships/slideLayout" Target="../slideLayouts/slideLayout871.xml"/><Relationship Id="rId15" Type="http://schemas.openxmlformats.org/officeDocument/2006/relationships/theme" Target="../theme/theme80.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80.xml"/><Relationship Id="rId10" Type="http://schemas.openxmlformats.org/officeDocument/2006/relationships/slideLayout" Target="../slideLayouts/slideLayout879.xml"/><Relationship Id="rId1" Type="http://schemas.openxmlformats.org/officeDocument/2006/relationships/slideLayout" Target="../slideLayouts/slideLayout870.xml"/></Relationships>
</file>

<file path=ppt/slideMasters/_rels/slideMaster81.xml.rels><?xml version="1.0" encoding="UTF-8" standalone="yes"?>
<Relationships xmlns="http://schemas.openxmlformats.org/package/2006/relationships"><Relationship Id="rId9" Type="http://schemas.openxmlformats.org/officeDocument/2006/relationships/slideLayout" Target="../slideLayouts/slideLayout889.xml"/><Relationship Id="rId8" Type="http://schemas.openxmlformats.org/officeDocument/2006/relationships/slideLayout" Target="../slideLayouts/slideLayout888.xml"/><Relationship Id="rId7" Type="http://schemas.openxmlformats.org/officeDocument/2006/relationships/slideLayout" Target="../slideLayouts/slideLayout887.xml"/><Relationship Id="rId6" Type="http://schemas.openxmlformats.org/officeDocument/2006/relationships/slideLayout" Target="../slideLayouts/slideLayout886.xml"/><Relationship Id="rId5" Type="http://schemas.openxmlformats.org/officeDocument/2006/relationships/slideLayout" Target="../slideLayouts/slideLayout885.xml"/><Relationship Id="rId4" Type="http://schemas.openxmlformats.org/officeDocument/2006/relationships/slideLayout" Target="../slideLayouts/slideLayout884.xml"/><Relationship Id="rId3" Type="http://schemas.openxmlformats.org/officeDocument/2006/relationships/slideLayout" Target="../slideLayouts/slideLayout883.xml"/><Relationship Id="rId2" Type="http://schemas.openxmlformats.org/officeDocument/2006/relationships/slideLayout" Target="../slideLayouts/slideLayout882.xml"/><Relationship Id="rId15" Type="http://schemas.openxmlformats.org/officeDocument/2006/relationships/theme" Target="../theme/theme81.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891.xml"/><Relationship Id="rId10" Type="http://schemas.openxmlformats.org/officeDocument/2006/relationships/slideLayout" Target="../slideLayouts/slideLayout890.xml"/><Relationship Id="rId1" Type="http://schemas.openxmlformats.org/officeDocument/2006/relationships/slideLayout" Target="../slideLayouts/slideLayout881.xml"/></Relationships>
</file>

<file path=ppt/slideMasters/_rels/slideMaster82.xml.rels><?xml version="1.0" encoding="UTF-8" standalone="yes"?>
<Relationships xmlns="http://schemas.openxmlformats.org/package/2006/relationships"><Relationship Id="rId9" Type="http://schemas.openxmlformats.org/officeDocument/2006/relationships/slideLayout" Target="../slideLayouts/slideLayout900.xml"/><Relationship Id="rId8" Type="http://schemas.openxmlformats.org/officeDocument/2006/relationships/slideLayout" Target="../slideLayouts/slideLayout899.xml"/><Relationship Id="rId7" Type="http://schemas.openxmlformats.org/officeDocument/2006/relationships/slideLayout" Target="../slideLayouts/slideLayout898.xml"/><Relationship Id="rId6" Type="http://schemas.openxmlformats.org/officeDocument/2006/relationships/slideLayout" Target="../slideLayouts/slideLayout897.xml"/><Relationship Id="rId5" Type="http://schemas.openxmlformats.org/officeDocument/2006/relationships/slideLayout" Target="../slideLayouts/slideLayout896.xml"/><Relationship Id="rId4" Type="http://schemas.openxmlformats.org/officeDocument/2006/relationships/slideLayout" Target="../slideLayouts/slideLayout895.xml"/><Relationship Id="rId3" Type="http://schemas.openxmlformats.org/officeDocument/2006/relationships/slideLayout" Target="../slideLayouts/slideLayout894.xml"/><Relationship Id="rId2" Type="http://schemas.openxmlformats.org/officeDocument/2006/relationships/slideLayout" Target="../slideLayouts/slideLayout893.xml"/><Relationship Id="rId17" Type="http://schemas.openxmlformats.org/officeDocument/2006/relationships/theme" Target="../theme/theme82.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902.xml"/><Relationship Id="rId10" Type="http://schemas.openxmlformats.org/officeDocument/2006/relationships/slideLayout" Target="../slideLayouts/slideLayout901.xml"/><Relationship Id="rId1" Type="http://schemas.openxmlformats.org/officeDocument/2006/relationships/slideLayout" Target="../slideLayouts/slideLayout892.xml"/></Relationships>
</file>

<file path=ppt/slideMasters/_rels/slideMaster83.xml.rels><?xml version="1.0" encoding="UTF-8" standalone="yes"?>
<Relationships xmlns="http://schemas.openxmlformats.org/package/2006/relationships"><Relationship Id="rId9" Type="http://schemas.openxmlformats.org/officeDocument/2006/relationships/slideLayout" Target="../slideLayouts/slideLayout911.xml"/><Relationship Id="rId8" Type="http://schemas.openxmlformats.org/officeDocument/2006/relationships/slideLayout" Target="../slideLayouts/slideLayout910.xml"/><Relationship Id="rId7" Type="http://schemas.openxmlformats.org/officeDocument/2006/relationships/slideLayout" Target="../slideLayouts/slideLayout909.xml"/><Relationship Id="rId6" Type="http://schemas.openxmlformats.org/officeDocument/2006/relationships/slideLayout" Target="../slideLayouts/slideLayout908.xml"/><Relationship Id="rId5" Type="http://schemas.openxmlformats.org/officeDocument/2006/relationships/slideLayout" Target="../slideLayouts/slideLayout907.xml"/><Relationship Id="rId4" Type="http://schemas.openxmlformats.org/officeDocument/2006/relationships/slideLayout" Target="../slideLayouts/slideLayout906.xml"/><Relationship Id="rId3" Type="http://schemas.openxmlformats.org/officeDocument/2006/relationships/slideLayout" Target="../slideLayouts/slideLayout905.xml"/><Relationship Id="rId2" Type="http://schemas.openxmlformats.org/officeDocument/2006/relationships/slideLayout" Target="../slideLayouts/slideLayout904.xml"/><Relationship Id="rId15" Type="http://schemas.openxmlformats.org/officeDocument/2006/relationships/theme" Target="../theme/theme8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913.xml"/><Relationship Id="rId10" Type="http://schemas.openxmlformats.org/officeDocument/2006/relationships/slideLayout" Target="../slideLayouts/slideLayout912.xml"/><Relationship Id="rId1" Type="http://schemas.openxmlformats.org/officeDocument/2006/relationships/slideLayout" Target="../slideLayouts/slideLayout903.xml"/></Relationships>
</file>

<file path=ppt/slideMasters/_rels/slideMaster84.xml.rels><?xml version="1.0" encoding="UTF-8" standalone="yes"?>
<Relationships xmlns="http://schemas.openxmlformats.org/package/2006/relationships"><Relationship Id="rId9" Type="http://schemas.openxmlformats.org/officeDocument/2006/relationships/slideLayout" Target="../slideLayouts/slideLayout922.xml"/><Relationship Id="rId8" Type="http://schemas.openxmlformats.org/officeDocument/2006/relationships/slideLayout" Target="../slideLayouts/slideLayout921.xml"/><Relationship Id="rId7" Type="http://schemas.openxmlformats.org/officeDocument/2006/relationships/slideLayout" Target="../slideLayouts/slideLayout920.xml"/><Relationship Id="rId6" Type="http://schemas.openxmlformats.org/officeDocument/2006/relationships/slideLayout" Target="../slideLayouts/slideLayout919.xml"/><Relationship Id="rId5" Type="http://schemas.openxmlformats.org/officeDocument/2006/relationships/slideLayout" Target="../slideLayouts/slideLayout918.xml"/><Relationship Id="rId4" Type="http://schemas.openxmlformats.org/officeDocument/2006/relationships/slideLayout" Target="../slideLayouts/slideLayout917.xml"/><Relationship Id="rId3" Type="http://schemas.openxmlformats.org/officeDocument/2006/relationships/slideLayout" Target="../slideLayouts/slideLayout916.xml"/><Relationship Id="rId2" Type="http://schemas.openxmlformats.org/officeDocument/2006/relationships/slideLayout" Target="../slideLayouts/slideLayout915.xml"/><Relationship Id="rId15" Type="http://schemas.openxmlformats.org/officeDocument/2006/relationships/theme" Target="../theme/theme84.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924.xml"/><Relationship Id="rId10" Type="http://schemas.openxmlformats.org/officeDocument/2006/relationships/slideLayout" Target="../slideLayouts/slideLayout923.xml"/><Relationship Id="rId1" Type="http://schemas.openxmlformats.org/officeDocument/2006/relationships/slideLayout" Target="../slideLayouts/slideLayout914.xml"/></Relationships>
</file>

<file path=ppt/slideMasters/_rels/slideMaster85.xml.rels><?xml version="1.0" encoding="UTF-8" standalone="yes"?>
<Relationships xmlns="http://schemas.openxmlformats.org/package/2006/relationships"><Relationship Id="rId9" Type="http://schemas.openxmlformats.org/officeDocument/2006/relationships/slideLayout" Target="../slideLayouts/slideLayout933.xml"/><Relationship Id="rId8" Type="http://schemas.openxmlformats.org/officeDocument/2006/relationships/slideLayout" Target="../slideLayouts/slideLayout932.xml"/><Relationship Id="rId7" Type="http://schemas.openxmlformats.org/officeDocument/2006/relationships/slideLayout" Target="../slideLayouts/slideLayout931.xml"/><Relationship Id="rId6" Type="http://schemas.openxmlformats.org/officeDocument/2006/relationships/slideLayout" Target="../slideLayouts/slideLayout930.xml"/><Relationship Id="rId5" Type="http://schemas.openxmlformats.org/officeDocument/2006/relationships/slideLayout" Target="../slideLayouts/slideLayout929.xml"/><Relationship Id="rId4" Type="http://schemas.openxmlformats.org/officeDocument/2006/relationships/slideLayout" Target="../slideLayouts/slideLayout928.xml"/><Relationship Id="rId3" Type="http://schemas.openxmlformats.org/officeDocument/2006/relationships/slideLayout" Target="../slideLayouts/slideLayout927.xml"/><Relationship Id="rId2" Type="http://schemas.openxmlformats.org/officeDocument/2006/relationships/slideLayout" Target="../slideLayouts/slideLayout926.xml"/><Relationship Id="rId15" Type="http://schemas.openxmlformats.org/officeDocument/2006/relationships/theme" Target="../theme/theme85.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935.xml"/><Relationship Id="rId10" Type="http://schemas.openxmlformats.org/officeDocument/2006/relationships/slideLayout" Target="../slideLayouts/slideLayout934.xml"/><Relationship Id="rId1" Type="http://schemas.openxmlformats.org/officeDocument/2006/relationships/slideLayout" Target="../slideLayouts/slideLayout925.xml"/></Relationships>
</file>

<file path=ppt/slideMasters/_rels/slideMaster86.xml.rels><?xml version="1.0" encoding="UTF-8" standalone="yes"?>
<Relationships xmlns="http://schemas.openxmlformats.org/package/2006/relationships"><Relationship Id="rId9" Type="http://schemas.openxmlformats.org/officeDocument/2006/relationships/slideLayout" Target="../slideLayouts/slideLayout944.xml"/><Relationship Id="rId8" Type="http://schemas.openxmlformats.org/officeDocument/2006/relationships/slideLayout" Target="../slideLayouts/slideLayout943.xml"/><Relationship Id="rId7" Type="http://schemas.openxmlformats.org/officeDocument/2006/relationships/slideLayout" Target="../slideLayouts/slideLayout942.xml"/><Relationship Id="rId6" Type="http://schemas.openxmlformats.org/officeDocument/2006/relationships/slideLayout" Target="../slideLayouts/slideLayout941.xml"/><Relationship Id="rId5" Type="http://schemas.openxmlformats.org/officeDocument/2006/relationships/slideLayout" Target="../slideLayouts/slideLayout940.xml"/><Relationship Id="rId4" Type="http://schemas.openxmlformats.org/officeDocument/2006/relationships/slideLayout" Target="../slideLayouts/slideLayout939.xml"/><Relationship Id="rId3" Type="http://schemas.openxmlformats.org/officeDocument/2006/relationships/slideLayout" Target="../slideLayouts/slideLayout938.xml"/><Relationship Id="rId2" Type="http://schemas.openxmlformats.org/officeDocument/2006/relationships/slideLayout" Target="../slideLayouts/slideLayout937.xml"/><Relationship Id="rId15" Type="http://schemas.openxmlformats.org/officeDocument/2006/relationships/theme" Target="../theme/theme86.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946.xml"/><Relationship Id="rId10" Type="http://schemas.openxmlformats.org/officeDocument/2006/relationships/slideLayout" Target="../slideLayouts/slideLayout945.xml"/><Relationship Id="rId1" Type="http://schemas.openxmlformats.org/officeDocument/2006/relationships/slideLayout" Target="../slideLayouts/slideLayout936.xml"/></Relationships>
</file>

<file path=ppt/slideMasters/_rels/slideMaster87.xml.rels><?xml version="1.0" encoding="UTF-8" standalone="yes"?>
<Relationships xmlns="http://schemas.openxmlformats.org/package/2006/relationships"><Relationship Id="rId9" Type="http://schemas.openxmlformats.org/officeDocument/2006/relationships/slideLayout" Target="../slideLayouts/slideLayout955.xml"/><Relationship Id="rId8" Type="http://schemas.openxmlformats.org/officeDocument/2006/relationships/slideLayout" Target="../slideLayouts/slideLayout954.xml"/><Relationship Id="rId7" Type="http://schemas.openxmlformats.org/officeDocument/2006/relationships/slideLayout" Target="../slideLayouts/slideLayout953.xml"/><Relationship Id="rId6" Type="http://schemas.openxmlformats.org/officeDocument/2006/relationships/slideLayout" Target="../slideLayouts/slideLayout952.xml"/><Relationship Id="rId5" Type="http://schemas.openxmlformats.org/officeDocument/2006/relationships/slideLayout" Target="../slideLayouts/slideLayout951.xml"/><Relationship Id="rId4" Type="http://schemas.openxmlformats.org/officeDocument/2006/relationships/slideLayout" Target="../slideLayouts/slideLayout950.xml"/><Relationship Id="rId3" Type="http://schemas.openxmlformats.org/officeDocument/2006/relationships/slideLayout" Target="../slideLayouts/slideLayout949.xml"/><Relationship Id="rId2" Type="http://schemas.openxmlformats.org/officeDocument/2006/relationships/slideLayout" Target="../slideLayouts/slideLayout948.xml"/><Relationship Id="rId15" Type="http://schemas.openxmlformats.org/officeDocument/2006/relationships/theme" Target="../theme/theme87.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957.xml"/><Relationship Id="rId10" Type="http://schemas.openxmlformats.org/officeDocument/2006/relationships/slideLayout" Target="../slideLayouts/slideLayout956.xml"/><Relationship Id="rId1" Type="http://schemas.openxmlformats.org/officeDocument/2006/relationships/slideLayout" Target="../slideLayouts/slideLayout947.xml"/></Relationships>
</file>

<file path=ppt/slideMasters/_rels/slideMaster88.xml.rels><?xml version="1.0" encoding="UTF-8" standalone="yes"?>
<Relationships xmlns="http://schemas.openxmlformats.org/package/2006/relationships"><Relationship Id="rId9" Type="http://schemas.openxmlformats.org/officeDocument/2006/relationships/slideLayout" Target="../slideLayouts/slideLayout966.xml"/><Relationship Id="rId8" Type="http://schemas.openxmlformats.org/officeDocument/2006/relationships/slideLayout" Target="../slideLayouts/slideLayout965.xml"/><Relationship Id="rId7" Type="http://schemas.openxmlformats.org/officeDocument/2006/relationships/slideLayout" Target="../slideLayouts/slideLayout964.xml"/><Relationship Id="rId6" Type="http://schemas.openxmlformats.org/officeDocument/2006/relationships/slideLayout" Target="../slideLayouts/slideLayout963.xml"/><Relationship Id="rId5" Type="http://schemas.openxmlformats.org/officeDocument/2006/relationships/slideLayout" Target="../slideLayouts/slideLayout962.xml"/><Relationship Id="rId4" Type="http://schemas.openxmlformats.org/officeDocument/2006/relationships/slideLayout" Target="../slideLayouts/slideLayout961.xml"/><Relationship Id="rId3" Type="http://schemas.openxmlformats.org/officeDocument/2006/relationships/slideLayout" Target="../slideLayouts/slideLayout960.xml"/><Relationship Id="rId2" Type="http://schemas.openxmlformats.org/officeDocument/2006/relationships/slideLayout" Target="../slideLayouts/slideLayout959.xml"/><Relationship Id="rId15" Type="http://schemas.openxmlformats.org/officeDocument/2006/relationships/theme" Target="../theme/theme88.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968.xml"/><Relationship Id="rId10" Type="http://schemas.openxmlformats.org/officeDocument/2006/relationships/slideLayout" Target="../slideLayouts/slideLayout967.xml"/><Relationship Id="rId1" Type="http://schemas.openxmlformats.org/officeDocument/2006/relationships/slideLayout" Target="../slideLayouts/slideLayout958.xml"/></Relationships>
</file>

<file path=ppt/slideMasters/_rels/slideMaster89.xml.rels><?xml version="1.0" encoding="UTF-8" standalone="yes"?>
<Relationships xmlns="http://schemas.openxmlformats.org/package/2006/relationships"><Relationship Id="rId9" Type="http://schemas.openxmlformats.org/officeDocument/2006/relationships/slideLayout" Target="../slideLayouts/slideLayout977.xml"/><Relationship Id="rId8" Type="http://schemas.openxmlformats.org/officeDocument/2006/relationships/slideLayout" Target="../slideLayouts/slideLayout976.xml"/><Relationship Id="rId7" Type="http://schemas.openxmlformats.org/officeDocument/2006/relationships/slideLayout" Target="../slideLayouts/slideLayout975.xml"/><Relationship Id="rId6" Type="http://schemas.openxmlformats.org/officeDocument/2006/relationships/slideLayout" Target="../slideLayouts/slideLayout974.xml"/><Relationship Id="rId5" Type="http://schemas.openxmlformats.org/officeDocument/2006/relationships/slideLayout" Target="../slideLayouts/slideLayout973.xml"/><Relationship Id="rId4" Type="http://schemas.openxmlformats.org/officeDocument/2006/relationships/slideLayout" Target="../slideLayouts/slideLayout972.xml"/><Relationship Id="rId3" Type="http://schemas.openxmlformats.org/officeDocument/2006/relationships/slideLayout" Target="../slideLayouts/slideLayout971.xml"/><Relationship Id="rId2" Type="http://schemas.openxmlformats.org/officeDocument/2006/relationships/slideLayout" Target="../slideLayouts/slideLayout970.xml"/><Relationship Id="rId17" Type="http://schemas.openxmlformats.org/officeDocument/2006/relationships/theme" Target="../theme/theme89.xml"/><Relationship Id="rId16" Type="http://schemas.openxmlformats.org/officeDocument/2006/relationships/image" Target="file:///D:\qq&#25991;&#20214;\712321467\Image\C2C\Image2\%7b75232B38-A165-1FB7-499C-2E1C792CACB5%7d.png" TargetMode="External"/><Relationship Id="rId15" Type="http://schemas.openxmlformats.org/officeDocument/2006/relationships/image" Target="../media/image1.png"/><Relationship Id="rId14" Type="http://schemas.openxmlformats.org/officeDocument/2006/relationships/image" Target="../media/image11.png"/><Relationship Id="rId13" Type="http://schemas.openxmlformats.org/officeDocument/2006/relationships/image" Target="../media/image10.png"/><Relationship Id="rId12" Type="http://schemas.openxmlformats.org/officeDocument/2006/relationships/image" Target="../media/image2.jpeg"/><Relationship Id="rId11" Type="http://schemas.openxmlformats.org/officeDocument/2006/relationships/slideLayout" Target="../slideLayouts/slideLayout979.xml"/><Relationship Id="rId10" Type="http://schemas.openxmlformats.org/officeDocument/2006/relationships/slideLayout" Target="../slideLayouts/slideLayout978.xml"/><Relationship Id="rId1" Type="http://schemas.openxmlformats.org/officeDocument/2006/relationships/slideLayout" Target="../slideLayouts/slideLayout969.xml"/></Relationships>
</file>

<file path=ppt/slideMasters/_rels/slideMaster90.xml.rels><?xml version="1.0" encoding="UTF-8" standalone="yes"?>
<Relationships xmlns="http://schemas.openxmlformats.org/package/2006/relationships"><Relationship Id="rId9" Type="http://schemas.openxmlformats.org/officeDocument/2006/relationships/slideLayout" Target="../slideLayouts/slideLayout988.xml"/><Relationship Id="rId8" Type="http://schemas.openxmlformats.org/officeDocument/2006/relationships/slideLayout" Target="../slideLayouts/slideLayout987.xml"/><Relationship Id="rId7" Type="http://schemas.openxmlformats.org/officeDocument/2006/relationships/slideLayout" Target="../slideLayouts/slideLayout986.xml"/><Relationship Id="rId6" Type="http://schemas.openxmlformats.org/officeDocument/2006/relationships/slideLayout" Target="../slideLayouts/slideLayout985.xml"/><Relationship Id="rId5" Type="http://schemas.openxmlformats.org/officeDocument/2006/relationships/slideLayout" Target="../slideLayouts/slideLayout984.xml"/><Relationship Id="rId4" Type="http://schemas.openxmlformats.org/officeDocument/2006/relationships/slideLayout" Target="../slideLayouts/slideLayout983.xml"/><Relationship Id="rId3" Type="http://schemas.openxmlformats.org/officeDocument/2006/relationships/slideLayout" Target="../slideLayouts/slideLayout982.xml"/><Relationship Id="rId2" Type="http://schemas.openxmlformats.org/officeDocument/2006/relationships/slideLayout" Target="../slideLayouts/slideLayout981.xml"/><Relationship Id="rId15" Type="http://schemas.openxmlformats.org/officeDocument/2006/relationships/theme" Target="../theme/theme90.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990.xml"/><Relationship Id="rId10" Type="http://schemas.openxmlformats.org/officeDocument/2006/relationships/slideLayout" Target="../slideLayouts/slideLayout989.xml"/><Relationship Id="rId1" Type="http://schemas.openxmlformats.org/officeDocument/2006/relationships/slideLayout" Target="../slideLayouts/slideLayout980.xml"/></Relationships>
</file>

<file path=ppt/slideMasters/_rels/slideMaster91.xml.rels><?xml version="1.0" encoding="UTF-8" standalone="yes"?>
<Relationships xmlns="http://schemas.openxmlformats.org/package/2006/relationships"><Relationship Id="rId9" Type="http://schemas.openxmlformats.org/officeDocument/2006/relationships/slideLayout" Target="../slideLayouts/slideLayout999.xml"/><Relationship Id="rId8" Type="http://schemas.openxmlformats.org/officeDocument/2006/relationships/slideLayout" Target="../slideLayouts/slideLayout998.xml"/><Relationship Id="rId7" Type="http://schemas.openxmlformats.org/officeDocument/2006/relationships/slideLayout" Target="../slideLayouts/slideLayout997.xml"/><Relationship Id="rId6" Type="http://schemas.openxmlformats.org/officeDocument/2006/relationships/slideLayout" Target="../slideLayouts/slideLayout996.xml"/><Relationship Id="rId5" Type="http://schemas.openxmlformats.org/officeDocument/2006/relationships/slideLayout" Target="../slideLayouts/slideLayout995.xml"/><Relationship Id="rId4" Type="http://schemas.openxmlformats.org/officeDocument/2006/relationships/slideLayout" Target="../slideLayouts/slideLayout994.xml"/><Relationship Id="rId3" Type="http://schemas.openxmlformats.org/officeDocument/2006/relationships/slideLayout" Target="../slideLayouts/slideLayout993.xml"/><Relationship Id="rId2" Type="http://schemas.openxmlformats.org/officeDocument/2006/relationships/slideLayout" Target="../slideLayouts/slideLayout992.xml"/><Relationship Id="rId15" Type="http://schemas.openxmlformats.org/officeDocument/2006/relationships/theme" Target="../theme/theme91.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001.xml"/><Relationship Id="rId10" Type="http://schemas.openxmlformats.org/officeDocument/2006/relationships/slideLayout" Target="../slideLayouts/slideLayout1000.xml"/><Relationship Id="rId1" Type="http://schemas.openxmlformats.org/officeDocument/2006/relationships/slideLayout" Target="../slideLayouts/slideLayout991.xml"/></Relationships>
</file>

<file path=ppt/slideMasters/_rels/slideMaster92.xml.rels><?xml version="1.0" encoding="UTF-8" standalone="yes"?>
<Relationships xmlns="http://schemas.openxmlformats.org/package/2006/relationships"><Relationship Id="rId9" Type="http://schemas.openxmlformats.org/officeDocument/2006/relationships/slideLayout" Target="../slideLayouts/slideLayout1010.xml"/><Relationship Id="rId8" Type="http://schemas.openxmlformats.org/officeDocument/2006/relationships/slideLayout" Target="../slideLayouts/slideLayout1009.xml"/><Relationship Id="rId7" Type="http://schemas.openxmlformats.org/officeDocument/2006/relationships/slideLayout" Target="../slideLayouts/slideLayout1008.xml"/><Relationship Id="rId6" Type="http://schemas.openxmlformats.org/officeDocument/2006/relationships/slideLayout" Target="../slideLayouts/slideLayout1007.xml"/><Relationship Id="rId5" Type="http://schemas.openxmlformats.org/officeDocument/2006/relationships/slideLayout" Target="../slideLayouts/slideLayout1006.xml"/><Relationship Id="rId4" Type="http://schemas.openxmlformats.org/officeDocument/2006/relationships/slideLayout" Target="../slideLayouts/slideLayout1005.xml"/><Relationship Id="rId3" Type="http://schemas.openxmlformats.org/officeDocument/2006/relationships/slideLayout" Target="../slideLayouts/slideLayout1004.xml"/><Relationship Id="rId2" Type="http://schemas.openxmlformats.org/officeDocument/2006/relationships/slideLayout" Target="../slideLayouts/slideLayout1003.xml"/><Relationship Id="rId15" Type="http://schemas.openxmlformats.org/officeDocument/2006/relationships/theme" Target="../theme/theme92.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012.xml"/><Relationship Id="rId10" Type="http://schemas.openxmlformats.org/officeDocument/2006/relationships/slideLayout" Target="../slideLayouts/slideLayout1011.xml"/><Relationship Id="rId1" Type="http://schemas.openxmlformats.org/officeDocument/2006/relationships/slideLayout" Target="../slideLayouts/slideLayout1002.xml"/></Relationships>
</file>

<file path=ppt/slideMasters/_rels/slideMaster93.xml.rels><?xml version="1.0" encoding="UTF-8" standalone="yes"?>
<Relationships xmlns="http://schemas.openxmlformats.org/package/2006/relationships"><Relationship Id="rId9" Type="http://schemas.openxmlformats.org/officeDocument/2006/relationships/slideLayout" Target="../slideLayouts/slideLayout1021.xml"/><Relationship Id="rId8" Type="http://schemas.openxmlformats.org/officeDocument/2006/relationships/slideLayout" Target="../slideLayouts/slideLayout1020.xml"/><Relationship Id="rId7" Type="http://schemas.openxmlformats.org/officeDocument/2006/relationships/slideLayout" Target="../slideLayouts/slideLayout1019.xml"/><Relationship Id="rId6" Type="http://schemas.openxmlformats.org/officeDocument/2006/relationships/slideLayout" Target="../slideLayouts/slideLayout1018.xml"/><Relationship Id="rId5" Type="http://schemas.openxmlformats.org/officeDocument/2006/relationships/slideLayout" Target="../slideLayouts/slideLayout1017.xml"/><Relationship Id="rId4" Type="http://schemas.openxmlformats.org/officeDocument/2006/relationships/slideLayout" Target="../slideLayouts/slideLayout1016.xml"/><Relationship Id="rId3" Type="http://schemas.openxmlformats.org/officeDocument/2006/relationships/slideLayout" Target="../slideLayouts/slideLayout1015.xml"/><Relationship Id="rId2" Type="http://schemas.openxmlformats.org/officeDocument/2006/relationships/slideLayout" Target="../slideLayouts/slideLayout1014.xml"/><Relationship Id="rId15" Type="http://schemas.openxmlformats.org/officeDocument/2006/relationships/theme" Target="../theme/theme93.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023.xml"/><Relationship Id="rId10" Type="http://schemas.openxmlformats.org/officeDocument/2006/relationships/slideLayout" Target="../slideLayouts/slideLayout1022.xml"/><Relationship Id="rId1" Type="http://schemas.openxmlformats.org/officeDocument/2006/relationships/slideLayout" Target="../slideLayouts/slideLayout1013.xml"/></Relationships>
</file>

<file path=ppt/slideMasters/_rels/slideMaster94.xml.rels><?xml version="1.0" encoding="UTF-8" standalone="yes"?>
<Relationships xmlns="http://schemas.openxmlformats.org/package/2006/relationships"><Relationship Id="rId9" Type="http://schemas.openxmlformats.org/officeDocument/2006/relationships/slideLayout" Target="../slideLayouts/slideLayout1032.xml"/><Relationship Id="rId8" Type="http://schemas.openxmlformats.org/officeDocument/2006/relationships/slideLayout" Target="../slideLayouts/slideLayout1031.xml"/><Relationship Id="rId7" Type="http://schemas.openxmlformats.org/officeDocument/2006/relationships/slideLayout" Target="../slideLayouts/slideLayout1030.xml"/><Relationship Id="rId6" Type="http://schemas.openxmlformats.org/officeDocument/2006/relationships/slideLayout" Target="../slideLayouts/slideLayout1029.xml"/><Relationship Id="rId5" Type="http://schemas.openxmlformats.org/officeDocument/2006/relationships/slideLayout" Target="../slideLayouts/slideLayout1028.xml"/><Relationship Id="rId4" Type="http://schemas.openxmlformats.org/officeDocument/2006/relationships/slideLayout" Target="../slideLayouts/slideLayout1027.xml"/><Relationship Id="rId3" Type="http://schemas.openxmlformats.org/officeDocument/2006/relationships/slideLayout" Target="../slideLayouts/slideLayout1026.xml"/><Relationship Id="rId2" Type="http://schemas.openxmlformats.org/officeDocument/2006/relationships/slideLayout" Target="../slideLayouts/slideLayout1025.xml"/><Relationship Id="rId15" Type="http://schemas.openxmlformats.org/officeDocument/2006/relationships/theme" Target="../theme/theme94.xml"/><Relationship Id="rId14" Type="http://schemas.openxmlformats.org/officeDocument/2006/relationships/image" Target="file:///D:\qq&#25991;&#20214;\712321467\Image\C2C\Image2\%7b75232B38-A165-1FB7-499C-2E1C792CACB5%7d.png" TargetMode="External"/><Relationship Id="rId13" Type="http://schemas.openxmlformats.org/officeDocument/2006/relationships/image" Target="../media/image1.png"/><Relationship Id="rId12" Type="http://schemas.openxmlformats.org/officeDocument/2006/relationships/image" Target="../media/image2.jpeg"/><Relationship Id="rId11" Type="http://schemas.openxmlformats.org/officeDocument/2006/relationships/slideLayout" Target="../slideLayouts/slideLayout1034.xml"/><Relationship Id="rId10" Type="http://schemas.openxmlformats.org/officeDocument/2006/relationships/slideLayout" Target="../slideLayouts/slideLayout1033.xml"/><Relationship Id="rId1" Type="http://schemas.openxmlformats.org/officeDocument/2006/relationships/slideLayout" Target="../slideLayouts/slideLayout1024.xml"/></Relationships>
</file>

<file path=ppt/slideMasters/_rels/slideMaster95.xml.rels><?xml version="1.0" encoding="UTF-8" standalone="yes"?>
<Relationships xmlns="http://schemas.openxmlformats.org/package/2006/relationships"><Relationship Id="rId9" Type="http://schemas.openxmlformats.org/officeDocument/2006/relationships/slideLayout" Target="../slideLayouts/slideLayout1043.xml"/><Relationship Id="rId8" Type="http://schemas.openxmlformats.org/officeDocument/2006/relationships/slideLayout" Target="../slideLayouts/slideLayout1042.xml"/><Relationship Id="rId7" Type="http://schemas.openxmlformats.org/officeDocument/2006/relationships/slideLayout" Target="../slideLayouts/slideLayout1041.xml"/><Relationship Id="rId6" Type="http://schemas.openxmlformats.org/officeDocument/2006/relationships/slideLayout" Target="../slideLayouts/slideLayout1040.xml"/><Relationship Id="rId5" Type="http://schemas.openxmlformats.org/officeDocument/2006/relationships/slideLayout" Target="../slideLayouts/slideLayout1039.xml"/><Relationship Id="rId4" Type="http://schemas.openxmlformats.org/officeDocument/2006/relationships/slideLayout" Target="../slideLayouts/slideLayout1038.xml"/><Relationship Id="rId3" Type="http://schemas.openxmlformats.org/officeDocument/2006/relationships/slideLayout" Target="../slideLayouts/slideLayout1037.xml"/><Relationship Id="rId2" Type="http://schemas.openxmlformats.org/officeDocument/2006/relationships/slideLayout" Target="../slideLayouts/slideLayout1036.xml"/><Relationship Id="rId16" Type="http://schemas.openxmlformats.org/officeDocument/2006/relationships/theme" Target="../theme/theme95.xml"/><Relationship Id="rId15" Type="http://schemas.openxmlformats.org/officeDocument/2006/relationships/image" Target="file:///D:\qq&#25991;&#20214;\712321467\Image\C2C\Image2\%7b75232B38-A165-1FB7-499C-2E1C792CACB5%7d.png" TargetMode="External"/><Relationship Id="rId14" Type="http://schemas.openxmlformats.org/officeDocument/2006/relationships/image" Target="../media/image1.png"/><Relationship Id="rId13" Type="http://schemas.openxmlformats.org/officeDocument/2006/relationships/image" Target="../media/image11.png"/><Relationship Id="rId12" Type="http://schemas.openxmlformats.org/officeDocument/2006/relationships/image" Target="../media/image10.png"/><Relationship Id="rId11" Type="http://schemas.openxmlformats.org/officeDocument/2006/relationships/slideLayout" Target="../slideLayouts/slideLayout1045.xml"/><Relationship Id="rId10" Type="http://schemas.openxmlformats.org/officeDocument/2006/relationships/slideLayout" Target="../slideLayouts/slideLayout1044.xml"/><Relationship Id="rId1" Type="http://schemas.openxmlformats.org/officeDocument/2006/relationships/slideLayout" Target="../slideLayouts/slideLayout1035.xml"/></Relationships>
</file>

<file path=ppt/slideMasters/_rels/slideMaster96.xml.rels><?xml version="1.0" encoding="UTF-8" standalone="yes"?>
<Relationships xmlns="http://schemas.openxmlformats.org/package/2006/relationships"><Relationship Id="rId9" Type="http://schemas.openxmlformats.org/officeDocument/2006/relationships/slideLayout" Target="../slideLayouts/slideLayout1054.xml"/><Relationship Id="rId8" Type="http://schemas.openxmlformats.org/officeDocument/2006/relationships/slideLayout" Target="../slideLayouts/slideLayout1053.xml"/><Relationship Id="rId7" Type="http://schemas.openxmlformats.org/officeDocument/2006/relationships/slideLayout" Target="../slideLayouts/slideLayout1052.xml"/><Relationship Id="rId6" Type="http://schemas.openxmlformats.org/officeDocument/2006/relationships/slideLayout" Target="../slideLayouts/slideLayout1051.xml"/><Relationship Id="rId5" Type="http://schemas.openxmlformats.org/officeDocument/2006/relationships/slideLayout" Target="../slideLayouts/slideLayout1050.xml"/><Relationship Id="rId4" Type="http://schemas.openxmlformats.org/officeDocument/2006/relationships/slideLayout" Target="../slideLayouts/slideLayout1049.xml"/><Relationship Id="rId3" Type="http://schemas.openxmlformats.org/officeDocument/2006/relationships/slideLayout" Target="../slideLayouts/slideLayout1048.xml"/><Relationship Id="rId2" Type="http://schemas.openxmlformats.org/officeDocument/2006/relationships/slideLayout" Target="../slideLayouts/slideLayout1047.xml"/><Relationship Id="rId14" Type="http://schemas.openxmlformats.org/officeDocument/2006/relationships/theme" Target="../theme/theme96.xml"/><Relationship Id="rId13" Type="http://schemas.openxmlformats.org/officeDocument/2006/relationships/image" Target="file:///D:\qq&#25991;&#20214;\712321467\Image\C2C\Image2\%7b75232B38-A165-1FB7-499C-2E1C792CACB5%7d.png" TargetMode="External"/><Relationship Id="rId12" Type="http://schemas.openxmlformats.org/officeDocument/2006/relationships/image" Target="../media/image1.png"/><Relationship Id="rId11" Type="http://schemas.openxmlformats.org/officeDocument/2006/relationships/slideLayout" Target="../slideLayouts/slideLayout1056.xml"/><Relationship Id="rId10" Type="http://schemas.openxmlformats.org/officeDocument/2006/relationships/slideLayout" Target="../slideLayouts/slideLayout1055.xml"/><Relationship Id="rId1" Type="http://schemas.openxmlformats.org/officeDocument/2006/relationships/slideLayout" Target="../slideLayouts/slideLayout104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102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027"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028"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420327D-C27A-4075-8FD6-1905F2FCC4C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1029"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1030"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739AE64-BDFF-400F-AB3B-519F726FCED0}"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103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032"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1033" name="Group 9"/>
          <p:cNvGrpSpPr/>
          <p:nvPr/>
        </p:nvGrpSpPr>
        <p:grpSpPr>
          <a:xfrm rot="10800000">
            <a:off x="8367713" y="42863"/>
            <a:ext cx="762000" cy="685800"/>
            <a:chOff x="0" y="0"/>
            <a:chExt cx="546" cy="543"/>
          </a:xfrm>
        </p:grpSpPr>
        <p:sp>
          <p:nvSpPr>
            <p:cNvPr id="103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4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4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4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4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4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034"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35"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036"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37"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38"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1045" name="图片 1073743875" descr="学科网 zxxk.com"/>
          <p:cNvPicPr>
            <a:picLocks noChangeAspect="1"/>
          </p:cNvPicPr>
          <p:nvPr/>
        </p:nvPicPr>
        <p:blipFill>
          <a:blip r:embed="rId12" r:link="rId13"/>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2050" name="Picture 33" descr="light_shadow"/>
          <p:cNvPicPr>
            <a:picLocks noChangeAspect="1"/>
          </p:cNvPicPr>
          <p:nvPr/>
        </p:nvPicPr>
        <p:blipFill>
          <a:blip r:embed="rId13">
            <a:lum bright="-78000" contrast="-78000"/>
          </a:blip>
          <a:stretch>
            <a:fillRect/>
          </a:stretch>
        </p:blipFill>
        <p:spPr>
          <a:xfrm>
            <a:off x="376238" y="6716713"/>
            <a:ext cx="493712" cy="141287"/>
          </a:xfrm>
          <a:prstGeom prst="rect">
            <a:avLst/>
          </a:prstGeom>
          <a:noFill/>
          <a:ln>
            <a:noFill/>
            <a:miter lim="800000"/>
            <a:headEnd/>
            <a:tailEnd/>
          </a:ln>
        </p:spPr>
      </p:pic>
      <p:sp>
        <p:nvSpPr>
          <p:cNvPr id="2051" name="Oval 34" descr="鼠标1"/>
          <p:cNvSpPr/>
          <p:nvPr/>
        </p:nvSpPr>
        <p:spPr>
          <a:xfrm>
            <a:off x="304800" y="6211888"/>
            <a:ext cx="498475" cy="503237"/>
          </a:xfrm>
          <a:prstGeom prst="ellipse">
            <a:avLst/>
          </a:prstGeom>
          <a:blipFill rotWithShape="1">
            <a:blip r:embed="rId14"/>
            <a:stretch>
              <a:fillRect/>
            </a:stretch>
          </a:blipFill>
          <a:ln>
            <a:noFill/>
            <a:miter lim="800000"/>
          </a:ln>
          <a:effectLst>
            <a:prstShdw prst="shdw18" dist="17961" dir="13500000">
              <a:srgbClr val="999999"/>
            </a:prstShdw>
          </a:effectLst>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r>
              <a:rPr lang="zh-CN" altLang="en-US" sz="1600" b="1">
                <a:solidFill>
                  <a:srgbClr val="FFFF00"/>
                </a:solidFill>
                <a:latin typeface="Arial" panose="020B0604020202020204" pitchFamily="34" charset="0"/>
                <a:ea typeface="幼圆" pitchFamily="49" charset="-122"/>
              </a:rPr>
              <a:t>目录</a:t>
            </a:r>
            <a:endParaRPr lang="zh-CN" altLang="en-US" sz="1800">
              <a:latin typeface="Arial" panose="020B0604020202020204" pitchFamily="34" charset="0"/>
              <a:ea typeface="宋体" panose="02010600030101010101" pitchFamily="2" charset="-122"/>
            </a:endParaRPr>
          </a:p>
        </p:txBody>
      </p:sp>
      <p:pic>
        <p:nvPicPr>
          <p:cNvPr id="2052" name="Picture 5" descr="鼠标1副本"/>
          <p:cNvPicPr>
            <a:picLocks noChangeAspect="1"/>
          </p:cNvPicPr>
          <p:nvPr/>
        </p:nvPicPr>
        <p:blipFill>
          <a:blip r:embed="rId15">
            <a:clrChange>
              <a:clrFrom>
                <a:srgbClr val="FFFFFF"/>
              </a:clrFrom>
              <a:clrTo>
                <a:srgbClr val="FFFFFF">
                  <a:alpha val="0"/>
                </a:srgbClr>
              </a:clrTo>
            </a:clrChange>
          </a:blip>
          <a:stretch>
            <a:fillRect/>
          </a:stretch>
        </p:blipFill>
        <p:spPr>
          <a:xfrm>
            <a:off x="533400" y="0"/>
            <a:ext cx="1371600" cy="914400"/>
          </a:xfrm>
          <a:prstGeom prst="rect">
            <a:avLst/>
          </a:prstGeom>
          <a:noFill/>
          <a:ln>
            <a:noFill/>
            <a:miter lim="800000"/>
            <a:headEnd/>
            <a:tailEnd/>
          </a:ln>
        </p:spPr>
      </p:pic>
      <p:pic>
        <p:nvPicPr>
          <p:cNvPr id="2053" name="WordArt 6"/>
          <p:cNvPicPr/>
          <p:nvPr/>
        </p:nvPicPr>
        <p:blipFill>
          <a:blip r:embed="rId16"/>
          <a:stretch>
            <a:fillRect/>
          </a:stretch>
        </p:blipFill>
        <p:spPr>
          <a:xfrm>
            <a:off x="30163" y="-144462"/>
            <a:ext cx="828675" cy="1065212"/>
          </a:xfrm>
          <a:prstGeom prst="rect">
            <a:avLst/>
          </a:prstGeom>
          <a:noFill/>
          <a:ln>
            <a:noFill/>
            <a:miter lim="800000"/>
            <a:headEnd/>
            <a:tailEnd/>
          </a:ln>
        </p:spPr>
      </p:pic>
      <p:pic>
        <p:nvPicPr>
          <p:cNvPr id="2054" name="WordArt 7"/>
          <p:cNvPicPr/>
          <p:nvPr/>
        </p:nvPicPr>
        <p:blipFill>
          <a:blip r:embed="rId17"/>
          <a:stretch>
            <a:fillRect/>
          </a:stretch>
        </p:blipFill>
        <p:spPr>
          <a:xfrm>
            <a:off x="8143875" y="-4762"/>
            <a:ext cx="1006475" cy="193675"/>
          </a:xfrm>
          <a:prstGeom prst="rect">
            <a:avLst/>
          </a:prstGeom>
          <a:noFill/>
          <a:ln>
            <a:noFill/>
            <a:miter lim="800000"/>
            <a:headEnd/>
            <a:tailEnd/>
          </a:ln>
        </p:spPr>
      </p:pic>
      <p:sp>
        <p:nvSpPr>
          <p:cNvPr id="2055" name="Rectangle 8"/>
          <p:cNvSpPr>
            <a:spLocks noGrp="1"/>
          </p:cNvSpPr>
          <p:nvPr>
            <p:ph type="title"/>
          </p:nvPr>
        </p:nvSpPr>
        <p:spPr>
          <a:xfrm>
            <a:off x="533400" y="152400"/>
            <a:ext cx="8610600" cy="838200"/>
          </a:xfrm>
          <a:prstGeom prst="rect">
            <a:avLst/>
          </a:prstGeom>
          <a:noFill/>
          <a:ln>
            <a:noFill/>
            <a:miter lim="800000"/>
          </a:ln>
        </p:spPr>
        <p:txBody>
          <a:bodyPr anchor="ctr" anchorCtr="0">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lvl="0"/>
            <a:r>
              <a:t>单击此处编辑母版标题样式</a:t>
            </a:r>
          </a:p>
        </p:txBody>
      </p:sp>
      <p:sp>
        <p:nvSpPr>
          <p:cNvPr id="2056" name="Rectangle 9"/>
          <p:cNvSpPr>
            <a:spLocks noGrp="1"/>
          </p:cNvSpPr>
          <p:nvPr>
            <p:ph type="body" idx="1"/>
          </p:nvPr>
        </p:nvSpPr>
        <p:spPr>
          <a:xfrm>
            <a:off x="457200" y="1143000"/>
            <a:ext cx="8229600" cy="4525963"/>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0"/>
            <a:r>
              <a:t>单击此处编辑母版文本样式</a:t>
            </a:r>
          </a:p>
        </p:txBody>
      </p:sp>
      <p:grpSp>
        <p:nvGrpSpPr>
          <p:cNvPr id="2057" name="Group 10"/>
          <p:cNvGrpSpPr/>
          <p:nvPr/>
        </p:nvGrpSpPr>
        <p:grpSpPr>
          <a:xfrm>
            <a:off x="6350" y="1017588"/>
            <a:ext cx="457200" cy="360362"/>
            <a:chOff x="0" y="0"/>
            <a:chExt cx="288" cy="227"/>
          </a:xfrm>
        </p:grpSpPr>
        <p:pic>
          <p:nvPicPr>
            <p:cNvPr id="2062" name="Rectangle 30"/>
            <p:cNvPicPr/>
            <p:nvPr/>
          </p:nvPicPr>
          <p:blipFill>
            <a:blip r:embed="rId18"/>
            <a:stretch>
              <a:fillRect/>
            </a:stretch>
          </p:blipFill>
          <p:spPr>
            <a:xfrm>
              <a:off x="0" y="0"/>
              <a:ext cx="288" cy="227"/>
            </a:xfrm>
            <a:prstGeom prst="rect">
              <a:avLst/>
            </a:prstGeom>
            <a:noFill/>
            <a:ln>
              <a:noFill/>
              <a:miter lim="800000"/>
              <a:headEnd/>
              <a:tailEnd/>
            </a:ln>
          </p:spPr>
        </p:pic>
        <p:sp>
          <p:nvSpPr>
            <p:cNvPr id="2063" name="Text Box 12"/>
            <p:cNvSpPr txBox="1">
              <a:spLocks noChangeArrowheads="1"/>
            </p:cNvSpPr>
            <p:nvPr/>
          </p:nvSpPr>
          <p:spPr bwMode="auto">
            <a:xfrm>
              <a:off x="4" y="5"/>
              <a:ext cx="280" cy="218"/>
            </a:xfrm>
            <a:prstGeom prst="rect">
              <a:avLst/>
            </a:prstGeom>
            <a:noFill/>
            <a:ln>
              <a:noFill/>
            </a:ln>
          </p:spPr>
          <p:txBody>
            <a:bodyPr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grpSp>
      <p:sp>
        <p:nvSpPr>
          <p:cNvPr id="2058" name="Rectangle 30"/>
          <p:cNvSpPr/>
          <p:nvPr/>
        </p:nvSpPr>
        <p:spPr>
          <a:xfrm>
            <a:off x="12700" y="1008063"/>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2059" name="Rectangle 31"/>
          <p:cNvSpPr/>
          <p:nvPr/>
        </p:nvSpPr>
        <p:spPr>
          <a:xfrm>
            <a:off x="0" y="990600"/>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2060" name="Rectangle 30"/>
          <p:cNvSpPr/>
          <p:nvPr/>
        </p:nvSpPr>
        <p:spPr>
          <a:xfrm>
            <a:off x="12700" y="17463"/>
            <a:ext cx="358775" cy="925512"/>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2061" name="Rectangle 31"/>
          <p:cNvSpPr/>
          <p:nvPr/>
        </p:nvSpPr>
        <p:spPr>
          <a:xfrm>
            <a:off x="0" y="0"/>
            <a:ext cx="358775" cy="925513"/>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pic>
        <p:nvPicPr>
          <p:cNvPr id="2064" name="图片 1073743875" descr="学科网 zxxk.com"/>
          <p:cNvPicPr>
            <a:picLocks noChangeAspect="1"/>
          </p:cNvPicPr>
          <p:nvPr/>
        </p:nvPicPr>
        <p:blipFill>
          <a:blip r:embed="rId19" r:link="rId20"/>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2.77778E-06 4.95146E-06 L 2.35868 -0.0037" ptsTypes="">
                                      <p:cBhvr>
                                        <p:cTn id="6" dur="3500" fill="hold"/>
                                        <p:tgtEl>
                                          <p:spTgt spid="2057"/>
                                        </p:tgtEl>
                                        <p:attrNameLst>
                                          <p:attrName>ppt_x</p:attrName>
                                          <p:attrName>ppt_y</p:attrName>
                                        </p:attrNameLst>
                                      </p:cBhvr>
                                    </p:animMotion>
                                  </p:childTnLst>
                                </p:cTn>
                              </p:par>
                              <p:par>
                                <p:cTn id="7" presetID="63" presetClass="path" presetSubtype="0" fill="hold" nodeType="withEffect">
                                  <p:stCondLst>
                                    <p:cond delay="0"/>
                                  </p:stCondLst>
                                  <p:childTnLst>
                                    <p:animMotion origin="layout" path="M 2.77778E-06 4.95146E-06 L 2.35868 -0.0037" ptsTypes="">
                                      <p:cBhvr>
                                        <p:cTn id="8" dur="3500" fill="hold"/>
                                        <p:tgtEl>
                                          <p:spTgt spid="2058"/>
                                        </p:tgtEl>
                                        <p:attrNameLst>
                                          <p:attrName>ppt_x</p:attrName>
                                          <p:attrName>ppt_y</p:attrName>
                                        </p:attrNameLst>
                                      </p:cBhvr>
                                    </p:animMotion>
                                  </p:childTnLst>
                                </p:cTn>
                              </p:par>
                              <p:par>
                                <p:cTn id="9" presetID="63" presetClass="path" presetSubtype="0" fill="hold" nodeType="withEffect">
                                  <p:stCondLst>
                                    <p:cond delay="0"/>
                                  </p:stCondLst>
                                  <p:childTnLst>
                                    <p:animMotion origin="layout" path="M 2.77778E-06 4.95146E-06 L 2.35868 -0.0037" ptsTypes="">
                                      <p:cBhvr>
                                        <p:cTn id="10" dur="3500" spd="-99900" fill="hold"/>
                                        <p:tgtEl>
                                          <p:spTgt spid="2059"/>
                                        </p:tgtEl>
                                        <p:attrNameLst>
                                          <p:attrName>ppt_x</p:attrName>
                                          <p:attrName>ppt_y</p:attrName>
                                        </p:attrNameLst>
                                      </p:cBhvr>
                                    </p:animMotion>
                                  </p:childTnLst>
                                </p:cTn>
                              </p:par>
                              <p:par>
                                <p:cTn id="11" presetID="63" presetClass="path" presetSubtype="0" fill="hold" nodeType="withEffect">
                                  <p:stCondLst>
                                    <p:cond delay="0"/>
                                  </p:stCondLst>
                                  <p:childTnLst>
                                    <p:animMotion origin="layout" path="M 2.77778E-06 4.95146E-06 L 2.35868 -0.0037" ptsTypes="">
                                      <p:cBhvr>
                                        <p:cTn id="12" dur="3500" fill="hold"/>
                                        <p:tgtEl>
                                          <p:spTgt spid="2060"/>
                                        </p:tgtEl>
                                        <p:attrNameLst>
                                          <p:attrName>ppt_x</p:attrName>
                                          <p:attrName>ppt_y</p:attrName>
                                        </p:attrNameLst>
                                      </p:cBhvr>
                                    </p:animMotion>
                                  </p:childTnLst>
                                </p:cTn>
                              </p:par>
                              <p:par>
                                <p:cTn id="13" presetID="63" presetClass="path" presetSubtype="0" fill="hold" nodeType="withEffect">
                                  <p:stCondLst>
                                    <p:cond delay="0"/>
                                  </p:stCondLst>
                                  <p:childTnLst>
                                    <p:animMotion origin="layout" path="M 2.77778E-06 4.95146E-06 L 2.35868 -0.0037" ptsTypes="">
                                      <p:cBhvr>
                                        <p:cTn id="14" dur="3500" spd="-99900" fill="hold"/>
                                        <p:tgtEl>
                                          <p:spTgt spid="2061"/>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ctr" defTabSz="914400" rtl="0" eaLnBrk="0" fontAlgn="base" hangingPunct="0">
        <a:lnSpc>
          <a:spcPct val="90000"/>
        </a:lnSpc>
        <a:spcBef>
          <a:spcPct val="0"/>
        </a:spcBef>
        <a:spcAft>
          <a:spcPct val="0"/>
        </a:spcAft>
        <a:buClrTx/>
        <a:buSzTx/>
        <a:buFontTx/>
        <a:buNone/>
        <a:defRPr kumimoji="0" sz="4000" b="0" i="0" u="none" kern="1200" baseline="0">
          <a:solidFill>
            <a:schemeClr val="bg1"/>
          </a:solidFill>
          <a:effectLst/>
          <a:latin typeface="Times New Roman" panose="02020603050405020304" pitchFamily="18" charset="0"/>
          <a:ea typeface="华文新魏" pitchFamily="2" charset="-122"/>
          <a:cs typeface="+mj-cs"/>
        </a:defRPr>
      </a:lvl1pPr>
    </p:titleStyle>
    <p:body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sz="2000" b="0" i="0" u="none" kern="1200" baseline="0">
          <a:solidFill>
            <a:srgbClr val="000000"/>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sz="2000" b="0" i="0" u="none" kern="1200" baseline="0">
          <a:solidFill>
            <a:srgbClr val="000000"/>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sz="2000" b="0" i="0" u="none" kern="1200" baseline="0">
          <a:solidFill>
            <a:srgbClr val="000000"/>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07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75"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07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B5CFF550-88F7-4254-9312-23A80F226F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07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3078"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61CE5240-6492-4B2F-BDF6-39E9E903FB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07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80" name="Rectangle 2"/>
          <p:cNvSpPr>
            <a:spLocks noGrp="1"/>
          </p:cNvSpPr>
          <p:nvPr>
            <p:ph type="title"/>
          </p:nvPr>
        </p:nvSpPr>
        <p:spPr>
          <a:xfrm>
            <a:off x="947738" y="152400"/>
            <a:ext cx="6096000" cy="5334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28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3081" name="Group 9"/>
          <p:cNvGrpSpPr/>
          <p:nvPr/>
        </p:nvGrpSpPr>
        <p:grpSpPr>
          <a:xfrm rot="10800000">
            <a:off x="8367713" y="42863"/>
            <a:ext cx="762000" cy="685800"/>
            <a:chOff x="0" y="0"/>
            <a:chExt cx="546" cy="543"/>
          </a:xfrm>
        </p:grpSpPr>
        <p:sp>
          <p:nvSpPr>
            <p:cNvPr id="308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8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8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9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9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9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grpSp>
      <p:sp>
        <p:nvSpPr>
          <p:cNvPr id="3082"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83"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84"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85"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3086"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pic>
        <p:nvPicPr>
          <p:cNvPr id="309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28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098" name="WordArt 2">
            <a:hlinkClick r:id="rId13" action="ppaction://hlinkfile"/>
          </p:cNvPr>
          <p:cNvSpPr>
            <a:spLocks noTextEdit="1"/>
          </p:cNvSpPr>
          <p:nvPr/>
        </p:nvSpPr>
        <p:spPr>
          <a:xfrm>
            <a:off x="914400" y="6324600"/>
            <a:ext cx="3889375" cy="295275"/>
          </a:xfrm>
          <a:solidFill>
            <a:srgbClr val="FFFF00"/>
          </a:solidFill>
          <a:ln>
            <a:noFill/>
            <a:miter lim="800000"/>
          </a:ln>
          <a:effectLst>
            <a:prstShdw prst="shdw18" dist="17961" dir="13500000">
              <a:srgbClr val="999900"/>
            </a:prstShdw>
          </a:effectLst>
        </p:spPr>
        <p:txBody>
          <a:bodyPr wrap="none" fromWordArt="1">
            <a:prstTxWarp prst="textPlain">
              <a:avLst/>
            </a:prstTxWarp>
            <a:noAutofit/>
          </a:bodyPr>
          <a:lstStyle/>
          <a:p>
            <a:pPr algn="ctr"/>
            <a:r>
              <a:rPr sz="2000" kern="10" spc="400">
                <a:ln>
                  <a:noFill/>
                </a:ln>
                <a:solidFill>
                  <a:srgbClr val="FFFF00"/>
                </a:solidFill>
                <a:effectLst>
                  <a:prstShdw prst="shdw18" dist="17961" dir="13500000">
                    <a:srgbClr val="999900"/>
                  </a:prstShdw>
                </a:effectLst>
                <a:latin typeface="Times New Roman" panose="02020603050405020304"/>
              </a:rPr>
              <a:t>http://www.huatengedu.com.cn/</a:t>
            </a:r>
            <a:endParaRPr sz="2000" kern="10" spc="400">
              <a:ln>
                <a:noFill/>
              </a:ln>
              <a:solidFill>
                <a:srgbClr val="FFFF00"/>
              </a:solidFill>
              <a:effectLst>
                <a:prstShdw prst="shdw18" dist="17961" dir="13500000">
                  <a:srgbClr val="999900"/>
                </a:prstShdw>
              </a:effectLst>
              <a:latin typeface="Times New Roman" panose="02020603050405020304"/>
            </a:endParaRPr>
          </a:p>
        </p:txBody>
      </p:sp>
      <p:pic>
        <p:nvPicPr>
          <p:cNvPr id="4099" name="Picture 33" descr="light_shadow"/>
          <p:cNvPicPr>
            <a:picLocks noChangeAspect="1"/>
          </p:cNvPicPr>
          <p:nvPr/>
        </p:nvPicPr>
        <p:blipFill>
          <a:blip r:embed="rId14">
            <a:lum bright="-78000" contrast="-78000"/>
          </a:blip>
          <a:stretch>
            <a:fillRect/>
          </a:stretch>
        </p:blipFill>
        <p:spPr>
          <a:xfrm>
            <a:off x="376238" y="6716713"/>
            <a:ext cx="493712" cy="141287"/>
          </a:xfrm>
          <a:prstGeom prst="rect">
            <a:avLst/>
          </a:prstGeom>
          <a:noFill/>
          <a:ln>
            <a:noFill/>
            <a:miter lim="800000"/>
            <a:headEnd/>
            <a:tailEnd/>
          </a:ln>
        </p:spPr>
      </p:pic>
      <p:sp>
        <p:nvSpPr>
          <p:cNvPr id="4100" name="Oval 34" descr="鼠标1"/>
          <p:cNvSpPr/>
          <p:nvPr/>
        </p:nvSpPr>
        <p:spPr>
          <a:xfrm>
            <a:off x="304800" y="6211888"/>
            <a:ext cx="498475" cy="503237"/>
          </a:xfrm>
          <a:prstGeom prst="ellipse">
            <a:avLst/>
          </a:prstGeom>
          <a:blipFill rotWithShape="1">
            <a:blip r:embed="rId15"/>
            <a:stretch>
              <a:fillRect/>
            </a:stretch>
          </a:blipFill>
          <a:ln>
            <a:noFill/>
            <a:miter lim="800000"/>
          </a:ln>
          <a:effectLst>
            <a:prstShdw prst="shdw18" dist="17961" dir="13500000">
              <a:srgbClr val="999999"/>
            </a:prstShdw>
          </a:effectLst>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r>
              <a:rPr lang="zh-CN" altLang="en-US" sz="1600" b="1">
                <a:solidFill>
                  <a:srgbClr val="FFFF00"/>
                </a:solidFill>
                <a:latin typeface="Arial" panose="020B0604020202020204" pitchFamily="34" charset="0"/>
                <a:ea typeface="幼圆" pitchFamily="49" charset="-122"/>
              </a:rPr>
              <a:t>目录</a:t>
            </a:r>
            <a:endParaRPr lang="zh-CN" altLang="en-US" sz="1800">
              <a:latin typeface="Arial" panose="020B0604020202020204" pitchFamily="34" charset="0"/>
              <a:ea typeface="宋体" panose="02010600030101010101" pitchFamily="2" charset="-122"/>
            </a:endParaRPr>
          </a:p>
        </p:txBody>
      </p:sp>
      <p:pic>
        <p:nvPicPr>
          <p:cNvPr id="4101" name="Picture 5" descr="鼠标1副本"/>
          <p:cNvPicPr>
            <a:picLocks noChangeAspect="1"/>
          </p:cNvPicPr>
          <p:nvPr/>
        </p:nvPicPr>
        <p:blipFill>
          <a:blip r:embed="rId16">
            <a:clrChange>
              <a:clrFrom>
                <a:srgbClr val="FFFFFF"/>
              </a:clrFrom>
              <a:clrTo>
                <a:srgbClr val="FFFFFF">
                  <a:alpha val="0"/>
                </a:srgbClr>
              </a:clrTo>
            </a:clrChange>
          </a:blip>
          <a:stretch>
            <a:fillRect/>
          </a:stretch>
        </p:blipFill>
        <p:spPr>
          <a:xfrm>
            <a:off x="533400" y="0"/>
            <a:ext cx="1371600" cy="914400"/>
          </a:xfrm>
          <a:prstGeom prst="rect">
            <a:avLst/>
          </a:prstGeom>
          <a:noFill/>
          <a:ln>
            <a:noFill/>
            <a:miter lim="800000"/>
            <a:headEnd/>
            <a:tailEnd/>
          </a:ln>
        </p:spPr>
      </p:pic>
      <p:pic>
        <p:nvPicPr>
          <p:cNvPr id="4102" name="WordArt 6"/>
          <p:cNvPicPr/>
          <p:nvPr/>
        </p:nvPicPr>
        <p:blipFill>
          <a:blip r:embed="rId17"/>
          <a:stretch>
            <a:fillRect/>
          </a:stretch>
        </p:blipFill>
        <p:spPr>
          <a:xfrm>
            <a:off x="30163" y="-144462"/>
            <a:ext cx="828675" cy="1065212"/>
          </a:xfrm>
          <a:prstGeom prst="rect">
            <a:avLst/>
          </a:prstGeom>
          <a:noFill/>
          <a:ln>
            <a:noFill/>
            <a:miter lim="800000"/>
            <a:headEnd/>
            <a:tailEnd/>
          </a:ln>
        </p:spPr>
      </p:pic>
      <p:pic>
        <p:nvPicPr>
          <p:cNvPr id="4103" name="WordArt 7"/>
          <p:cNvPicPr/>
          <p:nvPr/>
        </p:nvPicPr>
        <p:blipFill>
          <a:blip r:embed="rId18"/>
          <a:stretch>
            <a:fillRect/>
          </a:stretch>
        </p:blipFill>
        <p:spPr>
          <a:xfrm>
            <a:off x="8143875" y="-4762"/>
            <a:ext cx="1006475" cy="193675"/>
          </a:xfrm>
          <a:prstGeom prst="rect">
            <a:avLst/>
          </a:prstGeom>
          <a:noFill/>
          <a:ln>
            <a:noFill/>
            <a:miter lim="800000"/>
            <a:headEnd/>
            <a:tailEnd/>
          </a:ln>
        </p:spPr>
      </p:pic>
      <p:sp>
        <p:nvSpPr>
          <p:cNvPr id="4104" name="Rectangle 8"/>
          <p:cNvSpPr>
            <a:spLocks noGrp="1"/>
          </p:cNvSpPr>
          <p:nvPr>
            <p:ph type="title"/>
          </p:nvPr>
        </p:nvSpPr>
        <p:spPr>
          <a:xfrm>
            <a:off x="533400" y="152400"/>
            <a:ext cx="8610600" cy="838200"/>
          </a:xfrm>
          <a:prstGeom prst="rect">
            <a:avLst/>
          </a:prstGeom>
          <a:noFill/>
          <a:ln>
            <a:noFill/>
            <a:miter lim="800000"/>
          </a:ln>
        </p:spPr>
        <p:txBody>
          <a:bodyPr anchor="ctr" anchorCtr="0">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lvl="0"/>
            <a:r>
              <a:t>单击此处编辑母版标题样式</a:t>
            </a:r>
          </a:p>
        </p:txBody>
      </p:sp>
      <p:sp>
        <p:nvSpPr>
          <p:cNvPr id="4105" name="Rectangle 9"/>
          <p:cNvSpPr>
            <a:spLocks noGrp="1"/>
          </p:cNvSpPr>
          <p:nvPr>
            <p:ph type="body" idx="1"/>
          </p:nvPr>
        </p:nvSpPr>
        <p:spPr>
          <a:xfrm>
            <a:off x="457200" y="1143000"/>
            <a:ext cx="8229600" cy="4525963"/>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0"/>
            <a:r>
              <a:t>单击此处编辑母版文本样式</a:t>
            </a:r>
          </a:p>
        </p:txBody>
      </p:sp>
      <p:grpSp>
        <p:nvGrpSpPr>
          <p:cNvPr id="4106" name="Group 10"/>
          <p:cNvGrpSpPr/>
          <p:nvPr/>
        </p:nvGrpSpPr>
        <p:grpSpPr>
          <a:xfrm>
            <a:off x="6350" y="1017588"/>
            <a:ext cx="457200" cy="360362"/>
            <a:chOff x="0" y="0"/>
            <a:chExt cx="288" cy="227"/>
          </a:xfrm>
        </p:grpSpPr>
        <p:pic>
          <p:nvPicPr>
            <p:cNvPr id="4111" name="Rectangle 30"/>
            <p:cNvPicPr/>
            <p:nvPr/>
          </p:nvPicPr>
          <p:blipFill>
            <a:blip r:embed="rId19"/>
            <a:stretch>
              <a:fillRect/>
            </a:stretch>
          </p:blipFill>
          <p:spPr>
            <a:xfrm>
              <a:off x="0" y="0"/>
              <a:ext cx="288" cy="227"/>
            </a:xfrm>
            <a:prstGeom prst="rect">
              <a:avLst/>
            </a:prstGeom>
            <a:noFill/>
            <a:ln>
              <a:noFill/>
              <a:miter lim="800000"/>
              <a:headEnd/>
              <a:tailEnd/>
            </a:ln>
          </p:spPr>
        </p:pic>
        <p:sp>
          <p:nvSpPr>
            <p:cNvPr id="4112" name="Text Box 12"/>
            <p:cNvSpPr txBox="1">
              <a:spLocks noChangeArrowheads="1"/>
            </p:cNvSpPr>
            <p:nvPr/>
          </p:nvSpPr>
          <p:spPr bwMode="auto">
            <a:xfrm>
              <a:off x="4" y="5"/>
              <a:ext cx="280" cy="218"/>
            </a:xfrm>
            <a:prstGeom prst="rect">
              <a:avLst/>
            </a:prstGeom>
            <a:noFill/>
            <a:ln>
              <a:noFill/>
            </a:ln>
          </p:spPr>
          <p:txBody>
            <a:bodyPr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grpSp>
      <p:sp>
        <p:nvSpPr>
          <p:cNvPr id="4107" name="Rectangle 30"/>
          <p:cNvSpPr/>
          <p:nvPr/>
        </p:nvSpPr>
        <p:spPr>
          <a:xfrm>
            <a:off x="12700" y="1008063"/>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4108" name="Rectangle 31"/>
          <p:cNvSpPr/>
          <p:nvPr/>
        </p:nvSpPr>
        <p:spPr>
          <a:xfrm>
            <a:off x="0" y="990600"/>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4109" name="Rectangle 30"/>
          <p:cNvSpPr/>
          <p:nvPr/>
        </p:nvSpPr>
        <p:spPr>
          <a:xfrm>
            <a:off x="12700" y="17463"/>
            <a:ext cx="358775" cy="925512"/>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4110" name="Rectangle 31"/>
          <p:cNvSpPr/>
          <p:nvPr/>
        </p:nvSpPr>
        <p:spPr>
          <a:xfrm>
            <a:off x="0" y="0"/>
            <a:ext cx="358775" cy="925513"/>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pic>
        <p:nvPicPr>
          <p:cNvPr id="4113" name="图片 1073743875" descr="学科网 zxxk.com"/>
          <p:cNvPicPr>
            <a:picLocks noChangeAspect="1"/>
          </p:cNvPicPr>
          <p:nvPr/>
        </p:nvPicPr>
        <p:blipFill>
          <a:blip r:embed="rId20" r:link="rId21"/>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2.77778E-06 4.95146E-06 L 2.35868 -0.0037" ptsTypes="">
                                      <p:cBhvr>
                                        <p:cTn id="6" dur="3500" fill="hold"/>
                                        <p:tgtEl>
                                          <p:spTgt spid="4106"/>
                                        </p:tgtEl>
                                        <p:attrNameLst>
                                          <p:attrName>ppt_x</p:attrName>
                                          <p:attrName>ppt_y</p:attrName>
                                        </p:attrNameLst>
                                      </p:cBhvr>
                                    </p:animMotion>
                                  </p:childTnLst>
                                </p:cTn>
                              </p:par>
                              <p:par>
                                <p:cTn id="7" presetID="63" presetClass="path" presetSubtype="0" fill="hold" nodeType="withEffect">
                                  <p:stCondLst>
                                    <p:cond delay="0"/>
                                  </p:stCondLst>
                                  <p:childTnLst>
                                    <p:animMotion origin="layout" path="M 2.77778E-06 4.95146E-06 L 2.35868 -0.0037" ptsTypes="">
                                      <p:cBhvr>
                                        <p:cTn id="8" dur="3500" fill="hold"/>
                                        <p:tgtEl>
                                          <p:spTgt spid="4107"/>
                                        </p:tgtEl>
                                        <p:attrNameLst>
                                          <p:attrName>ppt_x</p:attrName>
                                          <p:attrName>ppt_y</p:attrName>
                                        </p:attrNameLst>
                                      </p:cBhvr>
                                    </p:animMotion>
                                  </p:childTnLst>
                                </p:cTn>
                              </p:par>
                              <p:par>
                                <p:cTn id="9" presetID="63" presetClass="path" presetSubtype="0" fill="hold" nodeType="withEffect">
                                  <p:stCondLst>
                                    <p:cond delay="0"/>
                                  </p:stCondLst>
                                  <p:childTnLst>
                                    <p:animMotion origin="layout" path="M 2.77778E-06 4.95146E-06 L 2.35868 -0.0037" ptsTypes="">
                                      <p:cBhvr>
                                        <p:cTn id="10" dur="3500" spd="-99900" fill="hold"/>
                                        <p:tgtEl>
                                          <p:spTgt spid="4108"/>
                                        </p:tgtEl>
                                        <p:attrNameLst>
                                          <p:attrName>ppt_x</p:attrName>
                                          <p:attrName>ppt_y</p:attrName>
                                        </p:attrNameLst>
                                      </p:cBhvr>
                                    </p:animMotion>
                                  </p:childTnLst>
                                </p:cTn>
                              </p:par>
                              <p:par>
                                <p:cTn id="11" presetID="63" presetClass="path" presetSubtype="0" fill="hold" nodeType="withEffect">
                                  <p:stCondLst>
                                    <p:cond delay="0"/>
                                  </p:stCondLst>
                                  <p:childTnLst>
                                    <p:animMotion origin="layout" path="M 2.77778E-06 4.95146E-06 L 2.35868 -0.0037" ptsTypes="">
                                      <p:cBhvr>
                                        <p:cTn id="12" dur="3500" fill="hold"/>
                                        <p:tgtEl>
                                          <p:spTgt spid="4109"/>
                                        </p:tgtEl>
                                        <p:attrNameLst>
                                          <p:attrName>ppt_x</p:attrName>
                                          <p:attrName>ppt_y</p:attrName>
                                        </p:attrNameLst>
                                      </p:cBhvr>
                                    </p:animMotion>
                                  </p:childTnLst>
                                </p:cTn>
                              </p:par>
                              <p:par>
                                <p:cTn id="13" presetID="63" presetClass="path" presetSubtype="0" fill="hold" nodeType="withEffect">
                                  <p:stCondLst>
                                    <p:cond delay="0"/>
                                  </p:stCondLst>
                                  <p:childTnLst>
                                    <p:animMotion origin="layout" path="M 2.77778E-06 4.95146E-06 L 2.35868 -0.0037" ptsTypes="">
                                      <p:cBhvr>
                                        <p:cTn id="14" dur="3500" spd="-99900" fill="hold"/>
                                        <p:tgtEl>
                                          <p:spTgt spid="411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ctr" defTabSz="914400" rtl="0" eaLnBrk="0" fontAlgn="base" hangingPunct="0">
        <a:lnSpc>
          <a:spcPct val="90000"/>
        </a:lnSpc>
        <a:spcBef>
          <a:spcPct val="0"/>
        </a:spcBef>
        <a:spcAft>
          <a:spcPct val="0"/>
        </a:spcAft>
        <a:buClrTx/>
        <a:buSzTx/>
        <a:buFontTx/>
        <a:buNone/>
        <a:defRPr kumimoji="0" sz="4000" b="0" i="0" u="none" kern="1200" baseline="0">
          <a:solidFill>
            <a:schemeClr val="bg1"/>
          </a:solidFill>
          <a:effectLst/>
          <a:latin typeface="Times New Roman" panose="02020603050405020304" pitchFamily="18" charset="0"/>
          <a:ea typeface="华文新魏" pitchFamily="2" charset="-122"/>
          <a:cs typeface="+mj-cs"/>
        </a:defRPr>
      </a:lvl1pPr>
    </p:titleStyle>
    <p:body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sz="2000" b="0" i="0" u="none" kern="1200" baseline="0">
          <a:solidFill>
            <a:srgbClr val="000000"/>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sz="2000" b="0" i="0" u="none" kern="1200" baseline="0">
          <a:solidFill>
            <a:srgbClr val="000000"/>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sz="2000" b="0" i="0" u="none" kern="1200" baseline="0">
          <a:solidFill>
            <a:srgbClr val="000000"/>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12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123"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124"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A8E8CDC-059D-4C18-8A07-3CA3724AD06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125"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126"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394DB1E-23CF-4C59-A424-D5A8EEA9B5D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12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128"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5129" name="Group 9"/>
          <p:cNvGrpSpPr/>
          <p:nvPr/>
        </p:nvGrpSpPr>
        <p:grpSpPr>
          <a:xfrm rot="10800000">
            <a:off x="8367713" y="42863"/>
            <a:ext cx="762000" cy="685800"/>
            <a:chOff x="0" y="0"/>
            <a:chExt cx="546" cy="543"/>
          </a:xfrm>
        </p:grpSpPr>
        <p:sp>
          <p:nvSpPr>
            <p:cNvPr id="513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3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3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3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3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4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5130"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31"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132"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33"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134"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514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6146"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6147"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6148"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6149" name="Line 26"/>
          <p:cNvCxnSpPr/>
          <p:nvPr/>
        </p:nvCxnSpPr>
        <p:spPr>
          <a:xfrm>
            <a:off x="0" y="3657600"/>
            <a:ext cx="9144000" cy="0"/>
          </a:xfrm>
          <a:prstGeom prst="line">
            <a:avLst/>
          </a:prstGeom>
          <a:noFill/>
          <a:ln w="38100">
            <a:solidFill>
              <a:srgbClr val="FFFFFF"/>
            </a:solidFill>
            <a:miter lim="800000"/>
          </a:ln>
        </p:spPr>
      </p:cxnSp>
      <p:cxnSp>
        <p:nvCxnSpPr>
          <p:cNvPr id="6150" name="Line 27"/>
          <p:cNvCxnSpPr/>
          <p:nvPr/>
        </p:nvCxnSpPr>
        <p:spPr>
          <a:xfrm>
            <a:off x="0" y="2590800"/>
            <a:ext cx="9144000" cy="0"/>
          </a:xfrm>
          <a:prstGeom prst="line">
            <a:avLst/>
          </a:prstGeom>
          <a:noFill/>
          <a:ln w="38100">
            <a:solidFill>
              <a:srgbClr val="FFFFFF"/>
            </a:solidFill>
            <a:miter lim="800000"/>
          </a:ln>
        </p:spPr>
      </p:cxnSp>
      <p:sp>
        <p:nvSpPr>
          <p:cNvPr id="6151"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152"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6153" name="Line 34"/>
          <p:cNvCxnSpPr/>
          <p:nvPr/>
        </p:nvCxnSpPr>
        <p:spPr>
          <a:xfrm>
            <a:off x="0" y="2590800"/>
            <a:ext cx="9144000" cy="0"/>
          </a:xfrm>
          <a:prstGeom prst="line">
            <a:avLst/>
          </a:prstGeom>
          <a:noFill/>
          <a:ln w="38100">
            <a:solidFill>
              <a:srgbClr val="FFFFFF"/>
            </a:solidFill>
            <a:miter lim="800000"/>
          </a:ln>
        </p:spPr>
      </p:cxnSp>
      <p:sp>
        <p:nvSpPr>
          <p:cNvPr id="615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15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156"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5811B1D-44F2-4636-BD3D-28705E731C0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157"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158"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5DB7880-E3D9-4865-93BE-82313760E72F}"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6159"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147"/>
                                        </p:tgtEl>
                                        <p:attrNameLst>
                                          <p:attrName>style.visibility</p:attrName>
                                        </p:attrNameLst>
                                      </p:cBhvr>
                                      <p:to>
                                        <p:strVal val="visible"/>
                                      </p:to>
                                    </p:set>
                                    <p:animEffect transition="in" filter="wipe(up)">
                                      <p:cBhvr>
                                        <p:cTn id="7" dur="500" fill="hold"/>
                                        <p:tgtEl>
                                          <p:spTgt spid="6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17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17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172" name="Group 4"/>
          <p:cNvGrpSpPr/>
          <p:nvPr/>
        </p:nvGrpSpPr>
        <p:grpSpPr>
          <a:xfrm rot="10800000">
            <a:off x="8367713" y="42863"/>
            <a:ext cx="762000" cy="685800"/>
            <a:chOff x="0" y="0"/>
            <a:chExt cx="546" cy="543"/>
          </a:xfrm>
        </p:grpSpPr>
        <p:sp>
          <p:nvSpPr>
            <p:cNvPr id="7182"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83"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84"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85"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86"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87"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17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7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17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7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7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7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17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180"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74FCEED-8657-4B8B-926C-D35217C1224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7181"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7188"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19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195"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19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FAB46E-3D95-4AE4-8C6D-860178E208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19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8198"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4B130BF-24D0-43FA-A241-CF31E022BE8C}"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19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200"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8201" name="Group 9"/>
          <p:cNvGrpSpPr/>
          <p:nvPr/>
        </p:nvGrpSpPr>
        <p:grpSpPr>
          <a:xfrm rot="10800000">
            <a:off x="8367713" y="42863"/>
            <a:ext cx="762000" cy="685800"/>
            <a:chOff x="0" y="0"/>
            <a:chExt cx="546" cy="543"/>
          </a:xfrm>
        </p:grpSpPr>
        <p:sp>
          <p:nvSpPr>
            <p:cNvPr id="820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0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0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1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1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1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202"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03"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204"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05"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06"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821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9218"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9219"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9220"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9221" name="Line 26"/>
          <p:cNvCxnSpPr/>
          <p:nvPr/>
        </p:nvCxnSpPr>
        <p:spPr>
          <a:xfrm>
            <a:off x="0" y="3657600"/>
            <a:ext cx="9144000" cy="0"/>
          </a:xfrm>
          <a:prstGeom prst="line">
            <a:avLst/>
          </a:prstGeom>
          <a:noFill/>
          <a:ln w="38100">
            <a:solidFill>
              <a:srgbClr val="FFFFFF"/>
            </a:solidFill>
            <a:miter lim="800000"/>
          </a:ln>
        </p:spPr>
      </p:cxnSp>
      <p:cxnSp>
        <p:nvCxnSpPr>
          <p:cNvPr id="9222" name="Line 27"/>
          <p:cNvCxnSpPr/>
          <p:nvPr/>
        </p:nvCxnSpPr>
        <p:spPr>
          <a:xfrm>
            <a:off x="0" y="2590800"/>
            <a:ext cx="9144000" cy="0"/>
          </a:xfrm>
          <a:prstGeom prst="line">
            <a:avLst/>
          </a:prstGeom>
          <a:noFill/>
          <a:ln w="38100">
            <a:solidFill>
              <a:srgbClr val="FFFFFF"/>
            </a:solidFill>
            <a:miter lim="800000"/>
          </a:ln>
        </p:spPr>
      </p:cxnSp>
      <p:sp>
        <p:nvSpPr>
          <p:cNvPr id="9223"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224"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9225" name="Line 34"/>
          <p:cNvCxnSpPr/>
          <p:nvPr/>
        </p:nvCxnSpPr>
        <p:spPr>
          <a:xfrm>
            <a:off x="0" y="2590800"/>
            <a:ext cx="9144000" cy="0"/>
          </a:xfrm>
          <a:prstGeom prst="line">
            <a:avLst/>
          </a:prstGeom>
          <a:noFill/>
          <a:ln w="38100">
            <a:solidFill>
              <a:srgbClr val="FFFFFF"/>
            </a:solidFill>
            <a:miter lim="800000"/>
          </a:ln>
        </p:spPr>
      </p:cxnSp>
      <p:sp>
        <p:nvSpPr>
          <p:cNvPr id="922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22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228"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24495A4-C3F5-4DE0-B72E-9B717A2282F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9229"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230"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D70E9D0-0F4E-4D7D-BE92-308EE7248D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9231"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 id="2147483751" r:id="rId7"/>
    <p:sldLayoutId id="2147483752" r:id="rId8"/>
    <p:sldLayoutId id="2147483753" r:id="rId9"/>
    <p:sldLayoutId id="2147483754" r:id="rId10"/>
    <p:sldLayoutId id="2147483755"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9219"/>
                                        </p:tgtEl>
                                        <p:attrNameLst>
                                          <p:attrName>style.visibility</p:attrName>
                                        </p:attrNameLst>
                                      </p:cBhvr>
                                      <p:to>
                                        <p:strVal val="visible"/>
                                      </p:to>
                                    </p:set>
                                    <p:animEffect transition="in" filter="wipe(up)">
                                      <p:cBhvr>
                                        <p:cTn id="7" dur="500" fill="hold"/>
                                        <p:tgtEl>
                                          <p:spTgt spid="9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024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024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0244" name="Group 4"/>
          <p:cNvGrpSpPr/>
          <p:nvPr/>
        </p:nvGrpSpPr>
        <p:grpSpPr>
          <a:xfrm rot="10800000">
            <a:off x="8367713" y="42863"/>
            <a:ext cx="762000" cy="685800"/>
            <a:chOff x="0" y="0"/>
            <a:chExt cx="546" cy="543"/>
          </a:xfrm>
        </p:grpSpPr>
        <p:sp>
          <p:nvSpPr>
            <p:cNvPr id="10254"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55"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56"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57"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58"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59"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024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4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024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4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4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025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025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0252"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97EF0E0-30CA-4BB2-A572-837B2D2DA9E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10253"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10260"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 id="2147483762" r:id="rId6"/>
    <p:sldLayoutId id="2147483763" r:id="rId7"/>
    <p:sldLayoutId id="2147483764" r:id="rId8"/>
    <p:sldLayoutId id="2147483765" r:id="rId9"/>
    <p:sldLayoutId id="2147483766" r:id="rId10"/>
    <p:sldLayoutId id="214748376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126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126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1268" name="Group 4"/>
          <p:cNvGrpSpPr/>
          <p:nvPr/>
        </p:nvGrpSpPr>
        <p:grpSpPr>
          <a:xfrm rot="10800000">
            <a:off x="8367713" y="42863"/>
            <a:ext cx="762000" cy="685800"/>
            <a:chOff x="0" y="0"/>
            <a:chExt cx="546" cy="543"/>
          </a:xfrm>
        </p:grpSpPr>
        <p:sp>
          <p:nvSpPr>
            <p:cNvPr id="1127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7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7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8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8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8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126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7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127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7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7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127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127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1276"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AA6FFB3-F1A0-488C-9B06-EC5710E801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1128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 id="2147483777" r:id="rId9"/>
    <p:sldLayoutId id="2147483778" r:id="rId10"/>
    <p:sldLayoutId id="214748377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229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229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2292" name="Group 4"/>
          <p:cNvGrpSpPr/>
          <p:nvPr/>
        </p:nvGrpSpPr>
        <p:grpSpPr>
          <a:xfrm rot="10800000">
            <a:off x="8367713" y="42863"/>
            <a:ext cx="762000" cy="685800"/>
            <a:chOff x="0" y="0"/>
            <a:chExt cx="546" cy="543"/>
          </a:xfrm>
        </p:grpSpPr>
        <p:sp>
          <p:nvSpPr>
            <p:cNvPr id="1230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30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30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30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30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30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229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29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229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29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29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229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229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2300"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13317A-956F-4B66-A691-17AE2A8F9BF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1230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81" r:id="rId1"/>
    <p:sldLayoutId id="2147483782" r:id="rId2"/>
    <p:sldLayoutId id="2147483783" r:id="rId3"/>
    <p:sldLayoutId id="2147483784" r:id="rId4"/>
    <p:sldLayoutId id="2147483785" r:id="rId5"/>
    <p:sldLayoutId id="2147483786" r:id="rId6"/>
    <p:sldLayoutId id="2147483787" r:id="rId7"/>
    <p:sldLayoutId id="2147483788" r:id="rId8"/>
    <p:sldLayoutId id="2147483789" r:id="rId9"/>
    <p:sldLayoutId id="2147483790" r:id="rId10"/>
    <p:sldLayoutId id="214748379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331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331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3316" name="Group 4"/>
          <p:cNvGrpSpPr/>
          <p:nvPr/>
        </p:nvGrpSpPr>
        <p:grpSpPr>
          <a:xfrm rot="10800000">
            <a:off x="8367713" y="42863"/>
            <a:ext cx="762000" cy="685800"/>
            <a:chOff x="0" y="0"/>
            <a:chExt cx="546" cy="543"/>
          </a:xfrm>
        </p:grpSpPr>
        <p:sp>
          <p:nvSpPr>
            <p:cNvPr id="1332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2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2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2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2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3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331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1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331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2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2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332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332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3324"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55C2F4F-81D6-41EE-BBD7-54FB818FBC4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1333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793" r:id="rId1"/>
    <p:sldLayoutId id="2147483794" r:id="rId2"/>
    <p:sldLayoutId id="2147483795" r:id="rId3"/>
    <p:sldLayoutId id="2147483796" r:id="rId4"/>
    <p:sldLayoutId id="2147483797" r:id="rId5"/>
    <p:sldLayoutId id="2147483798" r:id="rId6"/>
    <p:sldLayoutId id="2147483799" r:id="rId7"/>
    <p:sldLayoutId id="2147483800" r:id="rId8"/>
    <p:sldLayoutId id="2147483801" r:id="rId9"/>
    <p:sldLayoutId id="2147483802" r:id="rId10"/>
    <p:sldLayoutId id="214748380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433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433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4340" name="Group 4"/>
          <p:cNvGrpSpPr/>
          <p:nvPr/>
        </p:nvGrpSpPr>
        <p:grpSpPr>
          <a:xfrm rot="10800000">
            <a:off x="8367713" y="42863"/>
            <a:ext cx="762000" cy="685800"/>
            <a:chOff x="0" y="0"/>
            <a:chExt cx="546" cy="543"/>
          </a:xfrm>
        </p:grpSpPr>
        <p:sp>
          <p:nvSpPr>
            <p:cNvPr id="1434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5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5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5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5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5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434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4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434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4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4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434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434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4348"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34E2706-AB5D-430F-9A9C-572598D2D1C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1435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05" r:id="rId1"/>
    <p:sldLayoutId id="2147483806" r:id="rId2"/>
    <p:sldLayoutId id="2147483807" r:id="rId3"/>
    <p:sldLayoutId id="2147483808" r:id="rId4"/>
    <p:sldLayoutId id="2147483809" r:id="rId5"/>
    <p:sldLayoutId id="2147483810" r:id="rId6"/>
    <p:sldLayoutId id="2147483811" r:id="rId7"/>
    <p:sldLayoutId id="2147483812" r:id="rId8"/>
    <p:sldLayoutId id="2147483813" r:id="rId9"/>
    <p:sldLayoutId id="2147483814" r:id="rId10"/>
    <p:sldLayoutId id="214748381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536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5363"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5364"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423F02A-1B02-4D1E-8B24-A859334B5C4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15365"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15366"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C5BB32E-CE94-4A69-AF90-AD187D80CCF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1536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5368"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15369" name="Group 9"/>
          <p:cNvGrpSpPr/>
          <p:nvPr/>
        </p:nvGrpSpPr>
        <p:grpSpPr>
          <a:xfrm rot="10800000">
            <a:off x="8367713" y="42863"/>
            <a:ext cx="762000" cy="685800"/>
            <a:chOff x="0" y="0"/>
            <a:chExt cx="546" cy="543"/>
          </a:xfrm>
        </p:grpSpPr>
        <p:sp>
          <p:nvSpPr>
            <p:cNvPr id="1537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7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7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7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7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8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5370"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71"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5372"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73"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5374"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1538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17" r:id="rId1"/>
    <p:sldLayoutId id="2147483818" r:id="rId2"/>
    <p:sldLayoutId id="2147483819" r:id="rId3"/>
    <p:sldLayoutId id="2147483820" r:id="rId4"/>
    <p:sldLayoutId id="2147483821" r:id="rId5"/>
    <p:sldLayoutId id="2147483822" r:id="rId6"/>
    <p:sldLayoutId id="2147483823" r:id="rId7"/>
    <p:sldLayoutId id="2147483824" r:id="rId8"/>
    <p:sldLayoutId id="2147483825" r:id="rId9"/>
    <p:sldLayoutId id="2147483826" r:id="rId10"/>
    <p:sldLayoutId id="214748382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16386"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16387"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16388"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16389" name="Line 26"/>
          <p:cNvCxnSpPr/>
          <p:nvPr/>
        </p:nvCxnSpPr>
        <p:spPr>
          <a:xfrm>
            <a:off x="0" y="3657600"/>
            <a:ext cx="9144000" cy="0"/>
          </a:xfrm>
          <a:prstGeom prst="line">
            <a:avLst/>
          </a:prstGeom>
          <a:noFill/>
          <a:ln w="38100">
            <a:solidFill>
              <a:srgbClr val="FFFFFF"/>
            </a:solidFill>
            <a:miter lim="800000"/>
          </a:ln>
        </p:spPr>
      </p:cxnSp>
      <p:cxnSp>
        <p:nvCxnSpPr>
          <p:cNvPr id="16390" name="Line 27"/>
          <p:cNvCxnSpPr/>
          <p:nvPr/>
        </p:nvCxnSpPr>
        <p:spPr>
          <a:xfrm>
            <a:off x="0" y="2590800"/>
            <a:ext cx="9144000" cy="0"/>
          </a:xfrm>
          <a:prstGeom prst="line">
            <a:avLst/>
          </a:prstGeom>
          <a:noFill/>
          <a:ln w="38100">
            <a:solidFill>
              <a:srgbClr val="FFFFFF"/>
            </a:solidFill>
            <a:miter lim="800000"/>
          </a:ln>
        </p:spPr>
      </p:cxnSp>
      <p:sp>
        <p:nvSpPr>
          <p:cNvPr id="16391"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6392"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16393" name="Line 34"/>
          <p:cNvCxnSpPr/>
          <p:nvPr/>
        </p:nvCxnSpPr>
        <p:spPr>
          <a:xfrm>
            <a:off x="0" y="2590800"/>
            <a:ext cx="9144000" cy="0"/>
          </a:xfrm>
          <a:prstGeom prst="line">
            <a:avLst/>
          </a:prstGeom>
          <a:noFill/>
          <a:ln w="38100">
            <a:solidFill>
              <a:srgbClr val="FFFFFF"/>
            </a:solidFill>
            <a:miter lim="800000"/>
          </a:ln>
        </p:spPr>
      </p:cxnSp>
      <p:sp>
        <p:nvSpPr>
          <p:cNvPr id="1639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639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6396"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56CB4CE-C3E7-449A-A4AE-F831CFEDC57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16397"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16398"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BACCE8E-B3DD-4CD7-85EE-4CFC4573577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16399"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29" r:id="rId1"/>
    <p:sldLayoutId id="2147483830" r:id="rId2"/>
    <p:sldLayoutId id="2147483831" r:id="rId3"/>
    <p:sldLayoutId id="2147483832" r:id="rId4"/>
    <p:sldLayoutId id="2147483833" r:id="rId5"/>
    <p:sldLayoutId id="2147483834" r:id="rId6"/>
    <p:sldLayoutId id="2147483835" r:id="rId7"/>
    <p:sldLayoutId id="2147483836" r:id="rId8"/>
    <p:sldLayoutId id="2147483837" r:id="rId9"/>
    <p:sldLayoutId id="2147483838" r:id="rId10"/>
    <p:sldLayoutId id="2147483839"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6387"/>
                                        </p:tgtEl>
                                        <p:attrNameLst>
                                          <p:attrName>style.visibility</p:attrName>
                                        </p:attrNameLst>
                                      </p:cBhvr>
                                      <p:to>
                                        <p:strVal val="visible"/>
                                      </p:to>
                                    </p:set>
                                    <p:animEffect transition="in" filter="wipe(up)">
                                      <p:cBhvr>
                                        <p:cTn id="7" dur="500" fill="hold"/>
                                        <p:tgtEl>
                                          <p:spTgt spid="163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741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741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7412" name="Group 4"/>
          <p:cNvGrpSpPr/>
          <p:nvPr/>
        </p:nvGrpSpPr>
        <p:grpSpPr>
          <a:xfrm rot="10800000">
            <a:off x="8367713" y="42863"/>
            <a:ext cx="762000" cy="685800"/>
            <a:chOff x="0" y="0"/>
            <a:chExt cx="546" cy="543"/>
          </a:xfrm>
        </p:grpSpPr>
        <p:sp>
          <p:nvSpPr>
            <p:cNvPr id="17422"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23"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24"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25"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26"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27"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741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1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741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1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1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741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741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7420"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04572678-CA72-47BA-B933-984801483ED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17421"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17428"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41" r:id="rId1"/>
    <p:sldLayoutId id="2147483842" r:id="rId2"/>
    <p:sldLayoutId id="2147483843" r:id="rId3"/>
    <p:sldLayoutId id="2147483844" r:id="rId4"/>
    <p:sldLayoutId id="2147483845" r:id="rId5"/>
    <p:sldLayoutId id="2147483846" r:id="rId6"/>
    <p:sldLayoutId id="2147483847" r:id="rId7"/>
    <p:sldLayoutId id="2147483848" r:id="rId8"/>
    <p:sldLayoutId id="2147483849" r:id="rId9"/>
    <p:sldLayoutId id="2147483850" r:id="rId10"/>
    <p:sldLayoutId id="214748385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843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843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8436" name="Group 4"/>
          <p:cNvGrpSpPr/>
          <p:nvPr/>
        </p:nvGrpSpPr>
        <p:grpSpPr>
          <a:xfrm rot="10800000">
            <a:off x="8367713" y="42863"/>
            <a:ext cx="762000" cy="685800"/>
            <a:chOff x="0" y="0"/>
            <a:chExt cx="546" cy="543"/>
          </a:xfrm>
        </p:grpSpPr>
        <p:sp>
          <p:nvSpPr>
            <p:cNvPr id="1844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4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4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4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4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5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843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3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843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4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4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844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844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8444"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BEB91B-F338-47E7-BC50-E1FF6D51EF2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1845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53" r:id="rId1"/>
    <p:sldLayoutId id="2147483854" r:id="rId2"/>
    <p:sldLayoutId id="2147483855" r:id="rId3"/>
    <p:sldLayoutId id="2147483856" r:id="rId4"/>
    <p:sldLayoutId id="2147483857" r:id="rId5"/>
    <p:sldLayoutId id="2147483858" r:id="rId6"/>
    <p:sldLayoutId id="2147483859" r:id="rId7"/>
    <p:sldLayoutId id="2147483860" r:id="rId8"/>
    <p:sldLayoutId id="2147483861" r:id="rId9"/>
    <p:sldLayoutId id="2147483862" r:id="rId10"/>
    <p:sldLayoutId id="214748386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1945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945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19460" name="Group 4"/>
          <p:cNvGrpSpPr/>
          <p:nvPr/>
        </p:nvGrpSpPr>
        <p:grpSpPr>
          <a:xfrm rot="10800000">
            <a:off x="8367713" y="42863"/>
            <a:ext cx="762000" cy="685800"/>
            <a:chOff x="0" y="0"/>
            <a:chExt cx="546" cy="543"/>
          </a:xfrm>
        </p:grpSpPr>
        <p:sp>
          <p:nvSpPr>
            <p:cNvPr id="1946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7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7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7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7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7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1946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6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1946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6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6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1946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1946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19468"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A2271A-97CB-4F71-B653-D2CE5E1647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1947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65" r:id="rId1"/>
    <p:sldLayoutId id="2147483866" r:id="rId2"/>
    <p:sldLayoutId id="2147483867" r:id="rId3"/>
    <p:sldLayoutId id="2147483868" r:id="rId4"/>
    <p:sldLayoutId id="2147483869" r:id="rId5"/>
    <p:sldLayoutId id="2147483870" r:id="rId6"/>
    <p:sldLayoutId id="2147483871" r:id="rId7"/>
    <p:sldLayoutId id="2147483872" r:id="rId8"/>
    <p:sldLayoutId id="2147483873" r:id="rId9"/>
    <p:sldLayoutId id="2147483874" r:id="rId10"/>
    <p:sldLayoutId id="214748387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048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048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20484" name="Group 4"/>
          <p:cNvGrpSpPr/>
          <p:nvPr/>
        </p:nvGrpSpPr>
        <p:grpSpPr>
          <a:xfrm rot="10800000">
            <a:off x="8367713" y="42863"/>
            <a:ext cx="762000" cy="685800"/>
            <a:chOff x="0" y="0"/>
            <a:chExt cx="546" cy="543"/>
          </a:xfrm>
        </p:grpSpPr>
        <p:sp>
          <p:nvSpPr>
            <p:cNvPr id="2049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9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9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9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9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9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048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8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048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8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8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049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049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0492"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F29605F-4846-4E9A-8A23-BBFBCE2B142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2049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77" r:id="rId1"/>
    <p:sldLayoutId id="2147483878" r:id="rId2"/>
    <p:sldLayoutId id="2147483879" r:id="rId3"/>
    <p:sldLayoutId id="2147483880" r:id="rId4"/>
    <p:sldLayoutId id="2147483881" r:id="rId5"/>
    <p:sldLayoutId id="2147483882" r:id="rId6"/>
    <p:sldLayoutId id="2147483883" r:id="rId7"/>
    <p:sldLayoutId id="2147483884" r:id="rId8"/>
    <p:sldLayoutId id="2147483885" r:id="rId9"/>
    <p:sldLayoutId id="2147483886" r:id="rId10"/>
    <p:sldLayoutId id="214748388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150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150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21508" name="Group 4"/>
          <p:cNvGrpSpPr/>
          <p:nvPr/>
        </p:nvGrpSpPr>
        <p:grpSpPr>
          <a:xfrm rot="10800000">
            <a:off x="8367713" y="42863"/>
            <a:ext cx="762000" cy="685800"/>
            <a:chOff x="0" y="0"/>
            <a:chExt cx="546" cy="543"/>
          </a:xfrm>
        </p:grpSpPr>
        <p:sp>
          <p:nvSpPr>
            <p:cNvPr id="2151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1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1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2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2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2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150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1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151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1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1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151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151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1516"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9C620E-8C47-46A5-8A91-D76F01E6EFF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2152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889" r:id="rId1"/>
    <p:sldLayoutId id="2147483890" r:id="rId2"/>
    <p:sldLayoutId id="2147483891" r:id="rId3"/>
    <p:sldLayoutId id="2147483892" r:id="rId4"/>
    <p:sldLayoutId id="2147483893" r:id="rId5"/>
    <p:sldLayoutId id="2147483894" r:id="rId6"/>
    <p:sldLayoutId id="2147483895" r:id="rId7"/>
    <p:sldLayoutId id="2147483896" r:id="rId8"/>
    <p:sldLayoutId id="2147483897" r:id="rId9"/>
    <p:sldLayoutId id="2147483898" r:id="rId10"/>
    <p:sldLayoutId id="214748389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253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2531"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2532"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03B0447-EA52-4110-909C-4FB771DA696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22533"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22534"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1B57110-264F-4014-B5CE-C93C72B1DAC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2253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2536"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22537" name="Group 9"/>
          <p:cNvGrpSpPr/>
          <p:nvPr/>
        </p:nvGrpSpPr>
        <p:grpSpPr>
          <a:xfrm rot="10800000">
            <a:off x="8367713" y="42863"/>
            <a:ext cx="762000" cy="685800"/>
            <a:chOff x="0" y="0"/>
            <a:chExt cx="546" cy="543"/>
          </a:xfrm>
        </p:grpSpPr>
        <p:sp>
          <p:nvSpPr>
            <p:cNvPr id="2254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4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4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4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4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4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2538"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39"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2540"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41"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2542"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2254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01" r:id="rId1"/>
    <p:sldLayoutId id="2147483902" r:id="rId2"/>
    <p:sldLayoutId id="2147483903" r:id="rId3"/>
    <p:sldLayoutId id="2147483904" r:id="rId4"/>
    <p:sldLayoutId id="2147483905" r:id="rId5"/>
    <p:sldLayoutId id="2147483906" r:id="rId6"/>
    <p:sldLayoutId id="2147483907" r:id="rId7"/>
    <p:sldLayoutId id="2147483908" r:id="rId8"/>
    <p:sldLayoutId id="2147483909" r:id="rId9"/>
    <p:sldLayoutId id="2147483910" r:id="rId10"/>
    <p:sldLayoutId id="214748391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23554"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23555"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23556"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23557" name="Line 26"/>
          <p:cNvCxnSpPr/>
          <p:nvPr/>
        </p:nvCxnSpPr>
        <p:spPr>
          <a:xfrm>
            <a:off x="0" y="3657600"/>
            <a:ext cx="9144000" cy="0"/>
          </a:xfrm>
          <a:prstGeom prst="line">
            <a:avLst/>
          </a:prstGeom>
          <a:noFill/>
          <a:ln w="38100">
            <a:solidFill>
              <a:srgbClr val="FFFFFF"/>
            </a:solidFill>
            <a:miter lim="800000"/>
          </a:ln>
        </p:spPr>
      </p:cxnSp>
      <p:cxnSp>
        <p:nvCxnSpPr>
          <p:cNvPr id="23558" name="Line 27"/>
          <p:cNvCxnSpPr/>
          <p:nvPr/>
        </p:nvCxnSpPr>
        <p:spPr>
          <a:xfrm>
            <a:off x="0" y="2590800"/>
            <a:ext cx="9144000" cy="0"/>
          </a:xfrm>
          <a:prstGeom prst="line">
            <a:avLst/>
          </a:prstGeom>
          <a:noFill/>
          <a:ln w="38100">
            <a:solidFill>
              <a:srgbClr val="FFFFFF"/>
            </a:solidFill>
            <a:miter lim="800000"/>
          </a:ln>
        </p:spPr>
      </p:cxnSp>
      <p:sp>
        <p:nvSpPr>
          <p:cNvPr id="23559"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3560"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23561" name="Line 34"/>
          <p:cNvCxnSpPr/>
          <p:nvPr/>
        </p:nvCxnSpPr>
        <p:spPr>
          <a:xfrm>
            <a:off x="0" y="2590800"/>
            <a:ext cx="9144000" cy="0"/>
          </a:xfrm>
          <a:prstGeom prst="line">
            <a:avLst/>
          </a:prstGeom>
          <a:noFill/>
          <a:ln w="38100">
            <a:solidFill>
              <a:srgbClr val="FFFFFF"/>
            </a:solidFill>
            <a:miter lim="800000"/>
          </a:ln>
        </p:spPr>
      </p:cxnSp>
      <p:sp>
        <p:nvSpPr>
          <p:cNvPr id="2356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356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3564"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086796F-CA71-47BD-986A-2C93ECF2A1E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23565"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23566"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D4378E6-5256-498D-BDE8-54EF6382D2CE}"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23567"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13" r:id="rId1"/>
    <p:sldLayoutId id="2147483914" r:id="rId2"/>
    <p:sldLayoutId id="2147483915" r:id="rId3"/>
    <p:sldLayoutId id="2147483916" r:id="rId4"/>
    <p:sldLayoutId id="2147483917" r:id="rId5"/>
    <p:sldLayoutId id="2147483918" r:id="rId6"/>
    <p:sldLayoutId id="2147483919" r:id="rId7"/>
    <p:sldLayoutId id="2147483920" r:id="rId8"/>
    <p:sldLayoutId id="2147483921" r:id="rId9"/>
    <p:sldLayoutId id="2147483922" r:id="rId10"/>
    <p:sldLayoutId id="2147483923"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3555"/>
                                        </p:tgtEl>
                                        <p:attrNameLst>
                                          <p:attrName>style.visibility</p:attrName>
                                        </p:attrNameLst>
                                      </p:cBhvr>
                                      <p:to>
                                        <p:strVal val="visible"/>
                                      </p:to>
                                    </p:set>
                                    <p:animEffect transition="in" filter="wipe(up)">
                                      <p:cBhvr>
                                        <p:cTn id="7" dur="500" fill="hold"/>
                                        <p:tgtEl>
                                          <p:spTgt spid="235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457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457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24580" name="Group 4"/>
          <p:cNvGrpSpPr/>
          <p:nvPr/>
        </p:nvGrpSpPr>
        <p:grpSpPr>
          <a:xfrm rot="10800000">
            <a:off x="8367713" y="42863"/>
            <a:ext cx="762000" cy="685800"/>
            <a:chOff x="0" y="0"/>
            <a:chExt cx="546" cy="543"/>
          </a:xfrm>
        </p:grpSpPr>
        <p:sp>
          <p:nvSpPr>
            <p:cNvPr id="24590"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91"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92"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93"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94"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95"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458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8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458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8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8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458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458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4588"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2F38755-9A64-4754-A77A-BCB5C85BDF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24589"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24596"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560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560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25604" name="Group 4"/>
          <p:cNvGrpSpPr/>
          <p:nvPr/>
        </p:nvGrpSpPr>
        <p:grpSpPr>
          <a:xfrm rot="10800000">
            <a:off x="8367713" y="42863"/>
            <a:ext cx="762000" cy="685800"/>
            <a:chOff x="0" y="0"/>
            <a:chExt cx="546" cy="543"/>
          </a:xfrm>
        </p:grpSpPr>
        <p:sp>
          <p:nvSpPr>
            <p:cNvPr id="2561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1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1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1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1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1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560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0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560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0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0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561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561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5612"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A9FF0E8-411C-41A6-849B-2D3A8E5456B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2561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662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662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26628" name="Group 4"/>
          <p:cNvGrpSpPr/>
          <p:nvPr/>
        </p:nvGrpSpPr>
        <p:grpSpPr>
          <a:xfrm rot="10800000">
            <a:off x="8367713" y="42863"/>
            <a:ext cx="762000" cy="685800"/>
            <a:chOff x="0" y="0"/>
            <a:chExt cx="546" cy="543"/>
          </a:xfrm>
        </p:grpSpPr>
        <p:sp>
          <p:nvSpPr>
            <p:cNvPr id="2663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3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3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4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4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4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662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3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663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3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3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663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663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6636"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90F3C4C-5FDE-46A8-8A7D-9968C255339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2664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765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765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27652" name="Group 4"/>
          <p:cNvGrpSpPr/>
          <p:nvPr/>
        </p:nvGrpSpPr>
        <p:grpSpPr>
          <a:xfrm rot="10800000">
            <a:off x="8367713" y="42863"/>
            <a:ext cx="762000" cy="685800"/>
            <a:chOff x="0" y="0"/>
            <a:chExt cx="546" cy="543"/>
          </a:xfrm>
        </p:grpSpPr>
        <p:sp>
          <p:nvSpPr>
            <p:cNvPr id="2766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6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6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6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6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6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765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5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765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5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5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765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765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7660"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C09B8C65-5F78-4CC5-8524-DF187A026A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2766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61" r:id="rId1"/>
    <p:sldLayoutId id="2147483962" r:id="rId2"/>
    <p:sldLayoutId id="2147483963" r:id="rId3"/>
    <p:sldLayoutId id="2147483964" r:id="rId4"/>
    <p:sldLayoutId id="2147483965" r:id="rId5"/>
    <p:sldLayoutId id="2147483966" r:id="rId6"/>
    <p:sldLayoutId id="2147483967" r:id="rId7"/>
    <p:sldLayoutId id="2147483968" r:id="rId8"/>
    <p:sldLayoutId id="2147483969" r:id="rId9"/>
    <p:sldLayoutId id="2147483970" r:id="rId10"/>
    <p:sldLayoutId id="214748397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867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867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28676" name="Group 4"/>
          <p:cNvGrpSpPr/>
          <p:nvPr/>
        </p:nvGrpSpPr>
        <p:grpSpPr>
          <a:xfrm rot="10800000">
            <a:off x="8367713" y="42863"/>
            <a:ext cx="762000" cy="685800"/>
            <a:chOff x="0" y="0"/>
            <a:chExt cx="546" cy="543"/>
          </a:xfrm>
        </p:grpSpPr>
        <p:sp>
          <p:nvSpPr>
            <p:cNvPr id="2868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8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8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8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8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9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867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7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867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8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8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868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868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28684"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FDF35EE-D44A-41C1-87D8-4F5215DB5E9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2869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2969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9699"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29700"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E01BC61-6FAC-41A0-83C3-50B79617DA5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29701"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29702"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6EB3AA61-3EF8-4291-869B-94E9C1E132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2970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9704"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29705" name="Group 9"/>
          <p:cNvGrpSpPr/>
          <p:nvPr/>
        </p:nvGrpSpPr>
        <p:grpSpPr>
          <a:xfrm rot="10800000">
            <a:off x="8367713" y="42863"/>
            <a:ext cx="762000" cy="685800"/>
            <a:chOff x="0" y="0"/>
            <a:chExt cx="546" cy="543"/>
          </a:xfrm>
        </p:grpSpPr>
        <p:sp>
          <p:nvSpPr>
            <p:cNvPr id="2971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1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1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1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1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1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29706"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07"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29708"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09"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29710"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2971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30722"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30723"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30724"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30725" name="Line 26"/>
          <p:cNvCxnSpPr/>
          <p:nvPr/>
        </p:nvCxnSpPr>
        <p:spPr>
          <a:xfrm>
            <a:off x="0" y="3657600"/>
            <a:ext cx="9144000" cy="0"/>
          </a:xfrm>
          <a:prstGeom prst="line">
            <a:avLst/>
          </a:prstGeom>
          <a:noFill/>
          <a:ln w="38100">
            <a:solidFill>
              <a:srgbClr val="FFFFFF"/>
            </a:solidFill>
            <a:miter lim="800000"/>
          </a:ln>
        </p:spPr>
      </p:cxnSp>
      <p:cxnSp>
        <p:nvCxnSpPr>
          <p:cNvPr id="30726" name="Line 27"/>
          <p:cNvCxnSpPr/>
          <p:nvPr/>
        </p:nvCxnSpPr>
        <p:spPr>
          <a:xfrm>
            <a:off x="0" y="2590800"/>
            <a:ext cx="9144000" cy="0"/>
          </a:xfrm>
          <a:prstGeom prst="line">
            <a:avLst/>
          </a:prstGeom>
          <a:noFill/>
          <a:ln w="38100">
            <a:solidFill>
              <a:srgbClr val="FFFFFF"/>
            </a:solidFill>
            <a:miter lim="800000"/>
          </a:ln>
        </p:spPr>
      </p:cxnSp>
      <p:sp>
        <p:nvSpPr>
          <p:cNvPr id="30727"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0728"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30729" name="Line 34"/>
          <p:cNvCxnSpPr/>
          <p:nvPr/>
        </p:nvCxnSpPr>
        <p:spPr>
          <a:xfrm>
            <a:off x="0" y="2590800"/>
            <a:ext cx="9144000" cy="0"/>
          </a:xfrm>
          <a:prstGeom prst="line">
            <a:avLst/>
          </a:prstGeom>
          <a:noFill/>
          <a:ln w="38100">
            <a:solidFill>
              <a:srgbClr val="FFFFFF"/>
            </a:solidFill>
            <a:miter lim="800000"/>
          </a:ln>
        </p:spPr>
      </p:cxnSp>
      <p:sp>
        <p:nvSpPr>
          <p:cNvPr id="3073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073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0732"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C0C772B-5C44-438D-9D33-B071CC476C9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0733"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30734"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5C93E68-6679-4E17-BDBE-D7A99D77DF68}"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30735"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997" r:id="rId1"/>
    <p:sldLayoutId id="2147483998" r:id="rId2"/>
    <p:sldLayoutId id="2147483999" r:id="rId3"/>
    <p:sldLayoutId id="2147484000" r:id="rId4"/>
    <p:sldLayoutId id="2147484001" r:id="rId5"/>
    <p:sldLayoutId id="2147484002" r:id="rId6"/>
    <p:sldLayoutId id="2147484003" r:id="rId7"/>
    <p:sldLayoutId id="2147484004" r:id="rId8"/>
    <p:sldLayoutId id="2147484005" r:id="rId9"/>
    <p:sldLayoutId id="2147484006" r:id="rId10"/>
    <p:sldLayoutId id="2147484007"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0723"/>
                                        </p:tgtEl>
                                        <p:attrNameLst>
                                          <p:attrName>style.visibility</p:attrName>
                                        </p:attrNameLst>
                                      </p:cBhvr>
                                      <p:to>
                                        <p:strVal val="visible"/>
                                      </p:to>
                                    </p:set>
                                    <p:animEffect transition="in" filter="wipe(up)">
                                      <p:cBhvr>
                                        <p:cTn id="7" dur="500" fill="hold"/>
                                        <p:tgtEl>
                                          <p:spTgt spid="307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174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174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31748" name="Group 4"/>
          <p:cNvGrpSpPr/>
          <p:nvPr/>
        </p:nvGrpSpPr>
        <p:grpSpPr>
          <a:xfrm rot="10800000">
            <a:off x="8367713" y="42863"/>
            <a:ext cx="762000" cy="685800"/>
            <a:chOff x="0" y="0"/>
            <a:chExt cx="546" cy="543"/>
          </a:xfrm>
        </p:grpSpPr>
        <p:sp>
          <p:nvSpPr>
            <p:cNvPr id="31758"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59"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60"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61"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62"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63"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174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5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175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5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5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175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175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175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5E20666-31F7-4388-8518-02C98C34A36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175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31764"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09" r:id="rId1"/>
    <p:sldLayoutId id="2147484010" r:id="rId2"/>
    <p:sldLayoutId id="2147484011" r:id="rId3"/>
    <p:sldLayoutId id="2147484012" r:id="rId4"/>
    <p:sldLayoutId id="2147484013" r:id="rId5"/>
    <p:sldLayoutId id="2147484014" r:id="rId6"/>
    <p:sldLayoutId id="2147484015" r:id="rId7"/>
    <p:sldLayoutId id="2147484016" r:id="rId8"/>
    <p:sldLayoutId id="2147484017" r:id="rId9"/>
    <p:sldLayoutId id="2147484018" r:id="rId10"/>
    <p:sldLayoutId id="214748401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277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277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32772" name="Group 4"/>
          <p:cNvGrpSpPr/>
          <p:nvPr/>
        </p:nvGrpSpPr>
        <p:grpSpPr>
          <a:xfrm rot="10800000">
            <a:off x="8367713" y="42863"/>
            <a:ext cx="762000" cy="685800"/>
            <a:chOff x="0" y="0"/>
            <a:chExt cx="546" cy="543"/>
          </a:xfrm>
        </p:grpSpPr>
        <p:sp>
          <p:nvSpPr>
            <p:cNvPr id="3278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8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8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8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8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8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277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7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277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7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7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277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277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2780"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7468A58-6FB2-4B67-AFFF-BE139800C3F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3278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21" r:id="rId1"/>
    <p:sldLayoutId id="2147484022" r:id="rId2"/>
    <p:sldLayoutId id="2147484023" r:id="rId3"/>
    <p:sldLayoutId id="2147484024" r:id="rId4"/>
    <p:sldLayoutId id="2147484025" r:id="rId5"/>
    <p:sldLayoutId id="2147484026" r:id="rId6"/>
    <p:sldLayoutId id="2147484027" r:id="rId7"/>
    <p:sldLayoutId id="2147484028" r:id="rId8"/>
    <p:sldLayoutId id="2147484029" r:id="rId9"/>
    <p:sldLayoutId id="2147484030" r:id="rId10"/>
    <p:sldLayoutId id="214748403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379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379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33796" name="Group 4"/>
          <p:cNvGrpSpPr/>
          <p:nvPr/>
        </p:nvGrpSpPr>
        <p:grpSpPr>
          <a:xfrm rot="10800000">
            <a:off x="8367713" y="42863"/>
            <a:ext cx="762000" cy="685800"/>
            <a:chOff x="0" y="0"/>
            <a:chExt cx="546" cy="543"/>
          </a:xfrm>
        </p:grpSpPr>
        <p:sp>
          <p:nvSpPr>
            <p:cNvPr id="3380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0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0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0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0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1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379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79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379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0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0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380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380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3804"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53E98B9-9B2F-4B58-9EE9-F77ABB34034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3381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33" r:id="rId1"/>
    <p:sldLayoutId id="2147484034" r:id="rId2"/>
    <p:sldLayoutId id="2147484035" r:id="rId3"/>
    <p:sldLayoutId id="2147484036" r:id="rId4"/>
    <p:sldLayoutId id="2147484037" r:id="rId5"/>
    <p:sldLayoutId id="2147484038" r:id="rId6"/>
    <p:sldLayoutId id="2147484039" r:id="rId7"/>
    <p:sldLayoutId id="2147484040" r:id="rId8"/>
    <p:sldLayoutId id="2147484041" r:id="rId9"/>
    <p:sldLayoutId id="2147484042" r:id="rId10"/>
    <p:sldLayoutId id="214748404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481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481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34820" name="Group 4"/>
          <p:cNvGrpSpPr/>
          <p:nvPr/>
        </p:nvGrpSpPr>
        <p:grpSpPr>
          <a:xfrm rot="10800000">
            <a:off x="8367713" y="42863"/>
            <a:ext cx="762000" cy="685800"/>
            <a:chOff x="0" y="0"/>
            <a:chExt cx="546" cy="543"/>
          </a:xfrm>
        </p:grpSpPr>
        <p:sp>
          <p:nvSpPr>
            <p:cNvPr id="3482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3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3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3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3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3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482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2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482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2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2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482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482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4828"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924A711-3ECB-4793-918D-09E6C3FE831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3483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45" r:id="rId1"/>
    <p:sldLayoutId id="2147484046" r:id="rId2"/>
    <p:sldLayoutId id="2147484047" r:id="rId3"/>
    <p:sldLayoutId id="2147484048" r:id="rId4"/>
    <p:sldLayoutId id="2147484049" r:id="rId5"/>
    <p:sldLayoutId id="2147484050" r:id="rId6"/>
    <p:sldLayoutId id="2147484051" r:id="rId7"/>
    <p:sldLayoutId id="2147484052" r:id="rId8"/>
    <p:sldLayoutId id="2147484053" r:id="rId9"/>
    <p:sldLayoutId id="2147484054" r:id="rId10"/>
    <p:sldLayoutId id="214748405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584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584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35844" name="Group 4"/>
          <p:cNvGrpSpPr/>
          <p:nvPr/>
        </p:nvGrpSpPr>
        <p:grpSpPr>
          <a:xfrm rot="10800000">
            <a:off x="8367713" y="42863"/>
            <a:ext cx="762000" cy="685800"/>
            <a:chOff x="0" y="0"/>
            <a:chExt cx="546" cy="543"/>
          </a:xfrm>
        </p:grpSpPr>
        <p:sp>
          <p:nvSpPr>
            <p:cNvPr id="3585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5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5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5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5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5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584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4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584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4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4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585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585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5852"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22AD3B2-E12B-441C-B705-65C839B442D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3585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57" r:id="rId1"/>
    <p:sldLayoutId id="2147484058" r:id="rId2"/>
    <p:sldLayoutId id="2147484059" r:id="rId3"/>
    <p:sldLayoutId id="2147484060" r:id="rId4"/>
    <p:sldLayoutId id="2147484061" r:id="rId5"/>
    <p:sldLayoutId id="2147484062" r:id="rId6"/>
    <p:sldLayoutId id="2147484063" r:id="rId7"/>
    <p:sldLayoutId id="2147484064" r:id="rId8"/>
    <p:sldLayoutId id="2147484065" r:id="rId9"/>
    <p:sldLayoutId id="2147484066" r:id="rId10"/>
    <p:sldLayoutId id="214748406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686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6867"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6868"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4CFFDDD-04FC-4915-A236-36C7DCA0AD7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6869"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36870"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AC9738F-CEF3-4815-857D-4487A1C678D4}"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687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6872"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36873" name="Group 9"/>
          <p:cNvGrpSpPr/>
          <p:nvPr/>
        </p:nvGrpSpPr>
        <p:grpSpPr>
          <a:xfrm rot="10800000">
            <a:off x="8367713" y="42863"/>
            <a:ext cx="762000" cy="685800"/>
            <a:chOff x="0" y="0"/>
            <a:chExt cx="546" cy="543"/>
          </a:xfrm>
        </p:grpSpPr>
        <p:sp>
          <p:nvSpPr>
            <p:cNvPr id="3687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8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8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8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8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8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6874"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75"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6876"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77"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6878"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3688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69" r:id="rId1"/>
    <p:sldLayoutId id="2147484070" r:id="rId2"/>
    <p:sldLayoutId id="2147484071" r:id="rId3"/>
    <p:sldLayoutId id="2147484072" r:id="rId4"/>
    <p:sldLayoutId id="2147484073" r:id="rId5"/>
    <p:sldLayoutId id="2147484074" r:id="rId6"/>
    <p:sldLayoutId id="2147484075" r:id="rId7"/>
    <p:sldLayoutId id="2147484076" r:id="rId8"/>
    <p:sldLayoutId id="2147484077" r:id="rId9"/>
    <p:sldLayoutId id="2147484078" r:id="rId10"/>
    <p:sldLayoutId id="214748407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37890"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37891"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37892"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37893" name="Line 26"/>
          <p:cNvCxnSpPr/>
          <p:nvPr/>
        </p:nvCxnSpPr>
        <p:spPr>
          <a:xfrm>
            <a:off x="0" y="3657600"/>
            <a:ext cx="9144000" cy="0"/>
          </a:xfrm>
          <a:prstGeom prst="line">
            <a:avLst/>
          </a:prstGeom>
          <a:noFill/>
          <a:ln w="38100">
            <a:solidFill>
              <a:srgbClr val="FFFFFF"/>
            </a:solidFill>
            <a:miter lim="800000"/>
          </a:ln>
        </p:spPr>
      </p:cxnSp>
      <p:cxnSp>
        <p:nvCxnSpPr>
          <p:cNvPr id="37894" name="Line 27"/>
          <p:cNvCxnSpPr/>
          <p:nvPr/>
        </p:nvCxnSpPr>
        <p:spPr>
          <a:xfrm>
            <a:off x="0" y="2590800"/>
            <a:ext cx="9144000" cy="0"/>
          </a:xfrm>
          <a:prstGeom prst="line">
            <a:avLst/>
          </a:prstGeom>
          <a:noFill/>
          <a:ln w="38100">
            <a:solidFill>
              <a:srgbClr val="FFFFFF"/>
            </a:solidFill>
            <a:miter lim="800000"/>
          </a:ln>
        </p:spPr>
      </p:cxnSp>
      <p:sp>
        <p:nvSpPr>
          <p:cNvPr id="37895"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7896"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37897" name="Line 34"/>
          <p:cNvCxnSpPr/>
          <p:nvPr/>
        </p:nvCxnSpPr>
        <p:spPr>
          <a:xfrm>
            <a:off x="0" y="2590800"/>
            <a:ext cx="9144000" cy="0"/>
          </a:xfrm>
          <a:prstGeom prst="line">
            <a:avLst/>
          </a:prstGeom>
          <a:noFill/>
          <a:ln w="38100">
            <a:solidFill>
              <a:srgbClr val="FFFFFF"/>
            </a:solidFill>
            <a:miter lim="800000"/>
          </a:ln>
        </p:spPr>
      </p:cxnSp>
      <p:sp>
        <p:nvSpPr>
          <p:cNvPr id="3789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789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7900"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1284D9B-BF28-49F0-B683-38D66F55F4D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7901"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37902"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3BC0B8C-A7BF-4965-A98E-C8B6F47148A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37903"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81" r:id="rId1"/>
    <p:sldLayoutId id="2147484082" r:id="rId2"/>
    <p:sldLayoutId id="2147484083" r:id="rId3"/>
    <p:sldLayoutId id="2147484084" r:id="rId4"/>
    <p:sldLayoutId id="2147484085" r:id="rId5"/>
    <p:sldLayoutId id="2147484086" r:id="rId6"/>
    <p:sldLayoutId id="2147484087" r:id="rId7"/>
    <p:sldLayoutId id="2147484088" r:id="rId8"/>
    <p:sldLayoutId id="2147484089" r:id="rId9"/>
    <p:sldLayoutId id="2147484090" r:id="rId10"/>
    <p:sldLayoutId id="2147484091"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7891"/>
                                        </p:tgtEl>
                                        <p:attrNameLst>
                                          <p:attrName>style.visibility</p:attrName>
                                        </p:attrNameLst>
                                      </p:cBhvr>
                                      <p:to>
                                        <p:strVal val="visible"/>
                                      </p:to>
                                    </p:set>
                                    <p:animEffect transition="in" filter="wipe(up)">
                                      <p:cBhvr>
                                        <p:cTn id="7" dur="500" fill="hold"/>
                                        <p:tgtEl>
                                          <p:spTgt spid="378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891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891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38916" name="Group 4"/>
          <p:cNvGrpSpPr/>
          <p:nvPr/>
        </p:nvGrpSpPr>
        <p:grpSpPr>
          <a:xfrm rot="10800000">
            <a:off x="8367713" y="42863"/>
            <a:ext cx="762000" cy="685800"/>
            <a:chOff x="0" y="0"/>
            <a:chExt cx="546" cy="543"/>
          </a:xfrm>
        </p:grpSpPr>
        <p:sp>
          <p:nvSpPr>
            <p:cNvPr id="38926"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27"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28"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29"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30"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31"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891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1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891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2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2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892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892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8924"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4DFC0BB-23D7-4FF6-B808-A0D8CE15EB9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38925"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38932"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093" r:id="rId1"/>
    <p:sldLayoutId id="2147484094" r:id="rId2"/>
    <p:sldLayoutId id="2147484095" r:id="rId3"/>
    <p:sldLayoutId id="2147484096" r:id="rId4"/>
    <p:sldLayoutId id="2147484097" r:id="rId5"/>
    <p:sldLayoutId id="2147484098" r:id="rId6"/>
    <p:sldLayoutId id="2147484099" r:id="rId7"/>
    <p:sldLayoutId id="2147484100" r:id="rId8"/>
    <p:sldLayoutId id="2147484101" r:id="rId9"/>
    <p:sldLayoutId id="2147484102" r:id="rId10"/>
    <p:sldLayoutId id="214748410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3993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993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39940" name="Group 4"/>
          <p:cNvGrpSpPr/>
          <p:nvPr/>
        </p:nvGrpSpPr>
        <p:grpSpPr>
          <a:xfrm rot="10800000">
            <a:off x="8367713" y="42863"/>
            <a:ext cx="762000" cy="685800"/>
            <a:chOff x="0" y="0"/>
            <a:chExt cx="546" cy="543"/>
          </a:xfrm>
        </p:grpSpPr>
        <p:sp>
          <p:nvSpPr>
            <p:cNvPr id="3994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5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5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5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5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5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3994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4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3994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4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4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3994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3994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39948"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FB982D-713D-49F6-A60B-9D6CFCA2716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3995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05" r:id="rId1"/>
    <p:sldLayoutId id="2147484106" r:id="rId2"/>
    <p:sldLayoutId id="2147484107" r:id="rId3"/>
    <p:sldLayoutId id="2147484108" r:id="rId4"/>
    <p:sldLayoutId id="2147484109" r:id="rId5"/>
    <p:sldLayoutId id="2147484110" r:id="rId6"/>
    <p:sldLayoutId id="2147484111" r:id="rId7"/>
    <p:sldLayoutId id="2147484112" r:id="rId8"/>
    <p:sldLayoutId id="2147484113" r:id="rId9"/>
    <p:sldLayoutId id="2147484114" r:id="rId10"/>
    <p:sldLayoutId id="214748411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096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096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40964" name="Group 4"/>
          <p:cNvGrpSpPr/>
          <p:nvPr/>
        </p:nvGrpSpPr>
        <p:grpSpPr>
          <a:xfrm rot="10800000">
            <a:off x="8367713" y="42863"/>
            <a:ext cx="762000" cy="685800"/>
            <a:chOff x="0" y="0"/>
            <a:chExt cx="546" cy="543"/>
          </a:xfrm>
        </p:grpSpPr>
        <p:sp>
          <p:nvSpPr>
            <p:cNvPr id="4097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7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7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7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7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7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096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6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096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6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6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097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097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0972"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968B103-E835-4016-A4DE-A2F45A2AD9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4097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17" r:id="rId1"/>
    <p:sldLayoutId id="2147484118" r:id="rId2"/>
    <p:sldLayoutId id="2147484119" r:id="rId3"/>
    <p:sldLayoutId id="2147484120" r:id="rId4"/>
    <p:sldLayoutId id="2147484121" r:id="rId5"/>
    <p:sldLayoutId id="2147484122" r:id="rId6"/>
    <p:sldLayoutId id="2147484123" r:id="rId7"/>
    <p:sldLayoutId id="2147484124" r:id="rId8"/>
    <p:sldLayoutId id="2147484125" r:id="rId9"/>
    <p:sldLayoutId id="2147484126" r:id="rId10"/>
    <p:sldLayoutId id="214748412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198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198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41988" name="Group 4"/>
          <p:cNvGrpSpPr/>
          <p:nvPr/>
        </p:nvGrpSpPr>
        <p:grpSpPr>
          <a:xfrm rot="10800000">
            <a:off x="8367713" y="42863"/>
            <a:ext cx="762000" cy="685800"/>
            <a:chOff x="0" y="0"/>
            <a:chExt cx="546" cy="543"/>
          </a:xfrm>
        </p:grpSpPr>
        <p:sp>
          <p:nvSpPr>
            <p:cNvPr id="4199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199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199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200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200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200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198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199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199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199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199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199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199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1996"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0AA773C-8957-498E-A2F1-3E3BB3A1FC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4200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29" r:id="rId1"/>
    <p:sldLayoutId id="2147484130" r:id="rId2"/>
    <p:sldLayoutId id="2147484131" r:id="rId3"/>
    <p:sldLayoutId id="2147484132" r:id="rId4"/>
    <p:sldLayoutId id="2147484133" r:id="rId5"/>
    <p:sldLayoutId id="2147484134" r:id="rId6"/>
    <p:sldLayoutId id="2147484135" r:id="rId7"/>
    <p:sldLayoutId id="2147484136" r:id="rId8"/>
    <p:sldLayoutId id="2147484137" r:id="rId9"/>
    <p:sldLayoutId id="2147484138" r:id="rId10"/>
    <p:sldLayoutId id="214748413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301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301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43012" name="Group 4"/>
          <p:cNvGrpSpPr/>
          <p:nvPr/>
        </p:nvGrpSpPr>
        <p:grpSpPr>
          <a:xfrm rot="10800000">
            <a:off x="8367713" y="42863"/>
            <a:ext cx="762000" cy="685800"/>
            <a:chOff x="0" y="0"/>
            <a:chExt cx="546" cy="543"/>
          </a:xfrm>
        </p:grpSpPr>
        <p:sp>
          <p:nvSpPr>
            <p:cNvPr id="4302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2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2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2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2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2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301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1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301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1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1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301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301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3020"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E8F1CE1-F528-400A-820B-16FCC150C87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4302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41" r:id="rId1"/>
    <p:sldLayoutId id="2147484142" r:id="rId2"/>
    <p:sldLayoutId id="2147484143" r:id="rId3"/>
    <p:sldLayoutId id="2147484144" r:id="rId4"/>
    <p:sldLayoutId id="2147484145" r:id="rId5"/>
    <p:sldLayoutId id="2147484146" r:id="rId6"/>
    <p:sldLayoutId id="2147484147" r:id="rId7"/>
    <p:sldLayoutId id="2147484148" r:id="rId8"/>
    <p:sldLayoutId id="2147484149" r:id="rId9"/>
    <p:sldLayoutId id="2147484150" r:id="rId10"/>
    <p:sldLayoutId id="214748415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403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4035"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403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5347CC19-2F2C-4520-B5EE-18602C3E061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403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4038"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8FD0F04-E982-47F8-9385-0C61F8682B6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403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4040"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44041" name="Group 9"/>
          <p:cNvGrpSpPr/>
          <p:nvPr/>
        </p:nvGrpSpPr>
        <p:grpSpPr>
          <a:xfrm rot="10800000">
            <a:off x="8367713" y="42863"/>
            <a:ext cx="762000" cy="685800"/>
            <a:chOff x="0" y="0"/>
            <a:chExt cx="546" cy="543"/>
          </a:xfrm>
        </p:grpSpPr>
        <p:sp>
          <p:nvSpPr>
            <p:cNvPr id="4404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4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4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5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5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5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4042"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43"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4044"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45"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4046"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4405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53" r:id="rId1"/>
    <p:sldLayoutId id="2147484154" r:id="rId2"/>
    <p:sldLayoutId id="2147484155" r:id="rId3"/>
    <p:sldLayoutId id="2147484156" r:id="rId4"/>
    <p:sldLayoutId id="2147484157" r:id="rId5"/>
    <p:sldLayoutId id="2147484158" r:id="rId6"/>
    <p:sldLayoutId id="2147484159" r:id="rId7"/>
    <p:sldLayoutId id="2147484160" r:id="rId8"/>
    <p:sldLayoutId id="2147484161" r:id="rId9"/>
    <p:sldLayoutId id="2147484162" r:id="rId10"/>
    <p:sldLayoutId id="214748416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45058"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45059"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45060"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45061" name="Line 26"/>
          <p:cNvCxnSpPr/>
          <p:nvPr/>
        </p:nvCxnSpPr>
        <p:spPr>
          <a:xfrm>
            <a:off x="0" y="3657600"/>
            <a:ext cx="9144000" cy="0"/>
          </a:xfrm>
          <a:prstGeom prst="line">
            <a:avLst/>
          </a:prstGeom>
          <a:noFill/>
          <a:ln w="38100">
            <a:solidFill>
              <a:srgbClr val="FFFFFF"/>
            </a:solidFill>
            <a:miter lim="800000"/>
          </a:ln>
        </p:spPr>
      </p:cxnSp>
      <p:cxnSp>
        <p:nvCxnSpPr>
          <p:cNvPr id="45062" name="Line 27"/>
          <p:cNvCxnSpPr/>
          <p:nvPr/>
        </p:nvCxnSpPr>
        <p:spPr>
          <a:xfrm>
            <a:off x="0" y="2590800"/>
            <a:ext cx="9144000" cy="0"/>
          </a:xfrm>
          <a:prstGeom prst="line">
            <a:avLst/>
          </a:prstGeom>
          <a:noFill/>
          <a:ln w="38100">
            <a:solidFill>
              <a:srgbClr val="FFFFFF"/>
            </a:solidFill>
            <a:miter lim="800000"/>
          </a:ln>
        </p:spPr>
      </p:cxnSp>
      <p:sp>
        <p:nvSpPr>
          <p:cNvPr id="45063"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5064"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45065" name="Line 34"/>
          <p:cNvCxnSpPr/>
          <p:nvPr/>
        </p:nvCxnSpPr>
        <p:spPr>
          <a:xfrm>
            <a:off x="0" y="2590800"/>
            <a:ext cx="9144000" cy="0"/>
          </a:xfrm>
          <a:prstGeom prst="line">
            <a:avLst/>
          </a:prstGeom>
          <a:noFill/>
          <a:ln w="38100">
            <a:solidFill>
              <a:srgbClr val="FFFFFF"/>
            </a:solidFill>
            <a:miter lim="800000"/>
          </a:ln>
        </p:spPr>
      </p:cxnSp>
      <p:sp>
        <p:nvSpPr>
          <p:cNvPr id="4506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506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5068"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3D841621-0CD5-43AE-9E1E-03680DC49026}"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5069"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45070"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F9F9311-7B36-46CA-84A2-D540233613C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45071"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65" r:id="rId1"/>
    <p:sldLayoutId id="2147484166" r:id="rId2"/>
    <p:sldLayoutId id="2147484167" r:id="rId3"/>
    <p:sldLayoutId id="2147484168" r:id="rId4"/>
    <p:sldLayoutId id="2147484169" r:id="rId5"/>
    <p:sldLayoutId id="2147484170" r:id="rId6"/>
    <p:sldLayoutId id="2147484171" r:id="rId7"/>
    <p:sldLayoutId id="2147484172" r:id="rId8"/>
    <p:sldLayoutId id="2147484173" r:id="rId9"/>
    <p:sldLayoutId id="2147484174" r:id="rId10"/>
    <p:sldLayoutId id="2147484175"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45059"/>
                                        </p:tgtEl>
                                        <p:attrNameLst>
                                          <p:attrName>style.visibility</p:attrName>
                                        </p:attrNameLst>
                                      </p:cBhvr>
                                      <p:to>
                                        <p:strVal val="visible"/>
                                      </p:to>
                                    </p:set>
                                    <p:animEffect transition="in" filter="wipe(up)">
                                      <p:cBhvr>
                                        <p:cTn id="7" dur="500" fill="hold"/>
                                        <p:tgtEl>
                                          <p:spTgt spid="450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608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608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46084" name="Group 4"/>
          <p:cNvGrpSpPr/>
          <p:nvPr/>
        </p:nvGrpSpPr>
        <p:grpSpPr>
          <a:xfrm rot="10800000">
            <a:off x="8367713" y="42863"/>
            <a:ext cx="762000" cy="685800"/>
            <a:chOff x="0" y="0"/>
            <a:chExt cx="546" cy="543"/>
          </a:xfrm>
        </p:grpSpPr>
        <p:sp>
          <p:nvSpPr>
            <p:cNvPr id="46094"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95"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96"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97"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98"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99"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608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8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608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8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8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609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609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6092"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6869E099-68EF-4AA9-8D74-0F014F0F43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46093"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46100"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77" r:id="rId1"/>
    <p:sldLayoutId id="2147484178" r:id="rId2"/>
    <p:sldLayoutId id="2147484179" r:id="rId3"/>
    <p:sldLayoutId id="2147484180" r:id="rId4"/>
    <p:sldLayoutId id="2147484181" r:id="rId5"/>
    <p:sldLayoutId id="2147484182" r:id="rId6"/>
    <p:sldLayoutId id="2147484183" r:id="rId7"/>
    <p:sldLayoutId id="2147484184" r:id="rId8"/>
    <p:sldLayoutId id="2147484185" r:id="rId9"/>
    <p:sldLayoutId id="2147484186" r:id="rId10"/>
    <p:sldLayoutId id="214748418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710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710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47108" name="Group 4"/>
          <p:cNvGrpSpPr/>
          <p:nvPr/>
        </p:nvGrpSpPr>
        <p:grpSpPr>
          <a:xfrm rot="10800000">
            <a:off x="8367713" y="42863"/>
            <a:ext cx="762000" cy="685800"/>
            <a:chOff x="0" y="0"/>
            <a:chExt cx="546" cy="543"/>
          </a:xfrm>
        </p:grpSpPr>
        <p:sp>
          <p:nvSpPr>
            <p:cNvPr id="4711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1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1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2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2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2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710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1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711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1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1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711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711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7116"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487D601-5EF9-4F48-9E08-246AD4E761D8}"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4712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189" r:id="rId1"/>
    <p:sldLayoutId id="2147484190" r:id="rId2"/>
    <p:sldLayoutId id="2147484191" r:id="rId3"/>
    <p:sldLayoutId id="2147484192" r:id="rId4"/>
    <p:sldLayoutId id="2147484193" r:id="rId5"/>
    <p:sldLayoutId id="2147484194" r:id="rId6"/>
    <p:sldLayoutId id="2147484195" r:id="rId7"/>
    <p:sldLayoutId id="2147484196" r:id="rId8"/>
    <p:sldLayoutId id="2147484197" r:id="rId9"/>
    <p:sldLayoutId id="2147484198" r:id="rId10"/>
    <p:sldLayoutId id="214748419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813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813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48132" name="Group 4"/>
          <p:cNvGrpSpPr/>
          <p:nvPr/>
        </p:nvGrpSpPr>
        <p:grpSpPr>
          <a:xfrm rot="10800000">
            <a:off x="8367713" y="42863"/>
            <a:ext cx="762000" cy="685800"/>
            <a:chOff x="0" y="0"/>
            <a:chExt cx="546" cy="543"/>
          </a:xfrm>
        </p:grpSpPr>
        <p:sp>
          <p:nvSpPr>
            <p:cNvPr id="4814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4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4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4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4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4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813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3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813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3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3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813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813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8140"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093325-CB59-4A7C-9146-6B015966F9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4814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01" r:id="rId1"/>
    <p:sldLayoutId id="2147484202" r:id="rId2"/>
    <p:sldLayoutId id="2147484203" r:id="rId3"/>
    <p:sldLayoutId id="2147484204" r:id="rId4"/>
    <p:sldLayoutId id="2147484205" r:id="rId5"/>
    <p:sldLayoutId id="2147484206" r:id="rId6"/>
    <p:sldLayoutId id="2147484207" r:id="rId7"/>
    <p:sldLayoutId id="2147484208" r:id="rId8"/>
    <p:sldLayoutId id="2147484209" r:id="rId9"/>
    <p:sldLayoutId id="2147484210" r:id="rId10"/>
    <p:sldLayoutId id="214748421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4915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915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49156" name="Group 4"/>
          <p:cNvGrpSpPr/>
          <p:nvPr/>
        </p:nvGrpSpPr>
        <p:grpSpPr>
          <a:xfrm rot="10800000">
            <a:off x="8367713" y="42863"/>
            <a:ext cx="762000" cy="685800"/>
            <a:chOff x="0" y="0"/>
            <a:chExt cx="546" cy="543"/>
          </a:xfrm>
        </p:grpSpPr>
        <p:sp>
          <p:nvSpPr>
            <p:cNvPr id="4916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6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6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6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6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7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4915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5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4915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6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6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4916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4916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49164"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3645AA33-9B7D-4286-9A20-E37FA19355E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4917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13" r:id="rId1"/>
    <p:sldLayoutId id="2147484214" r:id="rId2"/>
    <p:sldLayoutId id="2147484215" r:id="rId3"/>
    <p:sldLayoutId id="2147484216" r:id="rId4"/>
    <p:sldLayoutId id="2147484217" r:id="rId5"/>
    <p:sldLayoutId id="2147484218" r:id="rId6"/>
    <p:sldLayoutId id="2147484219" r:id="rId7"/>
    <p:sldLayoutId id="2147484220" r:id="rId8"/>
    <p:sldLayoutId id="2147484221" r:id="rId9"/>
    <p:sldLayoutId id="2147484222" r:id="rId10"/>
    <p:sldLayoutId id="214748422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017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017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50180" name="Group 4"/>
          <p:cNvGrpSpPr/>
          <p:nvPr/>
        </p:nvGrpSpPr>
        <p:grpSpPr>
          <a:xfrm rot="10800000">
            <a:off x="8367713" y="42863"/>
            <a:ext cx="762000" cy="685800"/>
            <a:chOff x="0" y="0"/>
            <a:chExt cx="546" cy="543"/>
          </a:xfrm>
        </p:grpSpPr>
        <p:sp>
          <p:nvSpPr>
            <p:cNvPr id="5018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9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9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9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9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9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5018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8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018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8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8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018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018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50188"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57FE69D-C369-4365-96FA-0A1E340363BD}"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5019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25" r:id="rId1"/>
    <p:sldLayoutId id="2147484226" r:id="rId2"/>
    <p:sldLayoutId id="2147484227" r:id="rId3"/>
    <p:sldLayoutId id="2147484228" r:id="rId4"/>
    <p:sldLayoutId id="2147484229" r:id="rId5"/>
    <p:sldLayoutId id="2147484230" r:id="rId6"/>
    <p:sldLayoutId id="2147484231" r:id="rId7"/>
    <p:sldLayoutId id="2147484232" r:id="rId8"/>
    <p:sldLayoutId id="2147484233" r:id="rId9"/>
    <p:sldLayoutId id="2147484234" r:id="rId10"/>
    <p:sldLayoutId id="214748423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1202" name="WordArt 2">
            <a:hlinkClick r:id="rId13" action="ppaction://hlinkfile"/>
          </p:cNvPr>
          <p:cNvSpPr>
            <a:spLocks noTextEdit="1"/>
          </p:cNvSpPr>
          <p:nvPr/>
        </p:nvSpPr>
        <p:spPr>
          <a:xfrm>
            <a:off x="914400" y="6324600"/>
            <a:ext cx="3889375" cy="295275"/>
          </a:xfrm>
          <a:solidFill>
            <a:srgbClr val="FFFF00"/>
          </a:solidFill>
          <a:ln>
            <a:noFill/>
            <a:miter lim="800000"/>
          </a:ln>
          <a:effectLst>
            <a:prstShdw prst="shdw18" dist="17961" dir="13500000">
              <a:srgbClr val="999900"/>
            </a:prstShdw>
          </a:effectLst>
        </p:spPr>
        <p:txBody>
          <a:bodyPr wrap="none" fromWordArt="1">
            <a:prstTxWarp prst="textPlain">
              <a:avLst/>
            </a:prstTxWarp>
            <a:noAutofit/>
          </a:bodyPr>
          <a:lstStyle/>
          <a:p>
            <a:pPr algn="ctr"/>
            <a:r>
              <a:rPr sz="2000" kern="10" spc="400">
                <a:ln>
                  <a:noFill/>
                </a:ln>
                <a:solidFill>
                  <a:srgbClr val="FFFF00"/>
                </a:solidFill>
                <a:effectLst>
                  <a:prstShdw prst="shdw18" dist="17961" dir="13500000">
                    <a:srgbClr val="999900"/>
                  </a:prstShdw>
                </a:effectLst>
                <a:latin typeface="Times New Roman" panose="02020603050405020304"/>
              </a:rPr>
              <a:t>http://www.huatengedu.com.cn/</a:t>
            </a:r>
            <a:endParaRPr sz="2000" kern="10" spc="400">
              <a:ln>
                <a:noFill/>
              </a:ln>
              <a:solidFill>
                <a:srgbClr val="FFFF00"/>
              </a:solidFill>
              <a:effectLst>
                <a:prstShdw prst="shdw18" dist="17961" dir="13500000">
                  <a:srgbClr val="999900"/>
                </a:prstShdw>
              </a:effectLst>
              <a:latin typeface="Times New Roman" panose="02020603050405020304"/>
            </a:endParaRPr>
          </a:p>
        </p:txBody>
      </p:sp>
      <p:pic>
        <p:nvPicPr>
          <p:cNvPr id="51203" name="Picture 33" descr="light_shadow"/>
          <p:cNvPicPr>
            <a:picLocks noChangeAspect="1"/>
          </p:cNvPicPr>
          <p:nvPr/>
        </p:nvPicPr>
        <p:blipFill>
          <a:blip r:embed="rId14">
            <a:lum bright="-78000" contrast="-78000"/>
          </a:blip>
          <a:stretch>
            <a:fillRect/>
          </a:stretch>
        </p:blipFill>
        <p:spPr>
          <a:xfrm>
            <a:off x="376238" y="6716713"/>
            <a:ext cx="493712" cy="141287"/>
          </a:xfrm>
          <a:prstGeom prst="rect">
            <a:avLst/>
          </a:prstGeom>
          <a:noFill/>
          <a:ln>
            <a:noFill/>
            <a:miter lim="800000"/>
            <a:headEnd/>
            <a:tailEnd/>
          </a:ln>
        </p:spPr>
      </p:pic>
      <p:sp>
        <p:nvSpPr>
          <p:cNvPr id="51204" name="Oval 34" descr="鼠标1"/>
          <p:cNvSpPr/>
          <p:nvPr/>
        </p:nvSpPr>
        <p:spPr>
          <a:xfrm>
            <a:off x="304800" y="6211888"/>
            <a:ext cx="498475" cy="503237"/>
          </a:xfrm>
          <a:prstGeom prst="ellipse">
            <a:avLst/>
          </a:prstGeom>
          <a:blipFill rotWithShape="1">
            <a:blip r:embed="rId15"/>
            <a:stretch>
              <a:fillRect/>
            </a:stretch>
          </a:blipFill>
          <a:ln>
            <a:noFill/>
            <a:miter lim="800000"/>
          </a:ln>
          <a:effectLst>
            <a:prstShdw prst="shdw18" dist="17961" dir="13500000">
              <a:srgbClr val="999999"/>
            </a:prstShdw>
          </a:effectLst>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r>
              <a:rPr lang="zh-CN" altLang="en-US" sz="1600" b="1">
                <a:solidFill>
                  <a:srgbClr val="FFFF00"/>
                </a:solidFill>
                <a:latin typeface="Arial" panose="020B0604020202020204" pitchFamily="34" charset="0"/>
                <a:ea typeface="幼圆" pitchFamily="49" charset="-122"/>
              </a:rPr>
              <a:t>目录</a:t>
            </a:r>
            <a:endParaRPr lang="zh-CN" altLang="en-US" sz="1800">
              <a:latin typeface="Arial" panose="020B0604020202020204" pitchFamily="34" charset="0"/>
              <a:ea typeface="宋体" panose="02010600030101010101" pitchFamily="2" charset="-122"/>
            </a:endParaRPr>
          </a:p>
        </p:txBody>
      </p:sp>
      <p:pic>
        <p:nvPicPr>
          <p:cNvPr id="51205" name="Picture 5" descr="鼠标1副本"/>
          <p:cNvPicPr>
            <a:picLocks noChangeAspect="1"/>
          </p:cNvPicPr>
          <p:nvPr/>
        </p:nvPicPr>
        <p:blipFill>
          <a:blip r:embed="rId16">
            <a:clrChange>
              <a:clrFrom>
                <a:srgbClr val="FFFFFF"/>
              </a:clrFrom>
              <a:clrTo>
                <a:srgbClr val="FFFFFF">
                  <a:alpha val="0"/>
                </a:srgbClr>
              </a:clrTo>
            </a:clrChange>
          </a:blip>
          <a:stretch>
            <a:fillRect/>
          </a:stretch>
        </p:blipFill>
        <p:spPr>
          <a:xfrm>
            <a:off x="533400" y="0"/>
            <a:ext cx="1371600" cy="914400"/>
          </a:xfrm>
          <a:prstGeom prst="rect">
            <a:avLst/>
          </a:prstGeom>
          <a:noFill/>
          <a:ln>
            <a:noFill/>
            <a:miter lim="800000"/>
            <a:headEnd/>
            <a:tailEnd/>
          </a:ln>
        </p:spPr>
      </p:pic>
      <p:pic>
        <p:nvPicPr>
          <p:cNvPr id="51206" name="WordArt 6"/>
          <p:cNvPicPr/>
          <p:nvPr/>
        </p:nvPicPr>
        <p:blipFill>
          <a:blip r:embed="rId17"/>
          <a:stretch>
            <a:fillRect/>
          </a:stretch>
        </p:blipFill>
        <p:spPr>
          <a:xfrm>
            <a:off x="30163" y="-144462"/>
            <a:ext cx="828675" cy="1065212"/>
          </a:xfrm>
          <a:prstGeom prst="rect">
            <a:avLst/>
          </a:prstGeom>
          <a:noFill/>
          <a:ln>
            <a:noFill/>
            <a:miter lim="800000"/>
            <a:headEnd/>
            <a:tailEnd/>
          </a:ln>
        </p:spPr>
      </p:pic>
      <p:pic>
        <p:nvPicPr>
          <p:cNvPr id="51207" name="WordArt 7"/>
          <p:cNvPicPr/>
          <p:nvPr/>
        </p:nvPicPr>
        <p:blipFill>
          <a:blip r:embed="rId18"/>
          <a:stretch>
            <a:fillRect/>
          </a:stretch>
        </p:blipFill>
        <p:spPr>
          <a:xfrm>
            <a:off x="8143875" y="-4762"/>
            <a:ext cx="1006475" cy="193675"/>
          </a:xfrm>
          <a:prstGeom prst="rect">
            <a:avLst/>
          </a:prstGeom>
          <a:noFill/>
          <a:ln>
            <a:noFill/>
            <a:miter lim="800000"/>
            <a:headEnd/>
            <a:tailEnd/>
          </a:ln>
        </p:spPr>
      </p:pic>
      <p:sp>
        <p:nvSpPr>
          <p:cNvPr id="51208" name="Rectangle 8"/>
          <p:cNvSpPr>
            <a:spLocks noGrp="1"/>
          </p:cNvSpPr>
          <p:nvPr>
            <p:ph type="title"/>
          </p:nvPr>
        </p:nvSpPr>
        <p:spPr>
          <a:xfrm>
            <a:off x="533400" y="152400"/>
            <a:ext cx="8610600" cy="838200"/>
          </a:xfrm>
          <a:prstGeom prst="rect">
            <a:avLst/>
          </a:prstGeom>
          <a:noFill/>
          <a:ln>
            <a:noFill/>
            <a:miter lim="800000"/>
          </a:ln>
        </p:spPr>
        <p:txBody>
          <a:bodyPr anchor="ctr" anchorCtr="0">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lvl="0"/>
            <a:r>
              <a:t>单击此处编辑母版标题样式</a:t>
            </a:r>
          </a:p>
        </p:txBody>
      </p:sp>
      <p:sp>
        <p:nvSpPr>
          <p:cNvPr id="51209" name="Rectangle 9"/>
          <p:cNvSpPr>
            <a:spLocks noGrp="1"/>
          </p:cNvSpPr>
          <p:nvPr>
            <p:ph type="body" idx="1"/>
          </p:nvPr>
        </p:nvSpPr>
        <p:spPr>
          <a:xfrm>
            <a:off x="457200" y="1143000"/>
            <a:ext cx="8229600" cy="4525963"/>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0"/>
            <a:r>
              <a:t>单击此处编辑母版文本样式</a:t>
            </a:r>
          </a:p>
        </p:txBody>
      </p:sp>
      <p:grpSp>
        <p:nvGrpSpPr>
          <p:cNvPr id="51210" name="Group 10"/>
          <p:cNvGrpSpPr/>
          <p:nvPr/>
        </p:nvGrpSpPr>
        <p:grpSpPr>
          <a:xfrm>
            <a:off x="6350" y="1017588"/>
            <a:ext cx="457200" cy="360362"/>
            <a:chOff x="0" y="0"/>
            <a:chExt cx="288" cy="227"/>
          </a:xfrm>
        </p:grpSpPr>
        <p:pic>
          <p:nvPicPr>
            <p:cNvPr id="51215" name="Rectangle 30"/>
            <p:cNvPicPr/>
            <p:nvPr/>
          </p:nvPicPr>
          <p:blipFill>
            <a:blip r:embed="rId19"/>
            <a:stretch>
              <a:fillRect/>
            </a:stretch>
          </p:blipFill>
          <p:spPr>
            <a:xfrm>
              <a:off x="0" y="0"/>
              <a:ext cx="288" cy="227"/>
            </a:xfrm>
            <a:prstGeom prst="rect">
              <a:avLst/>
            </a:prstGeom>
            <a:noFill/>
            <a:ln>
              <a:noFill/>
              <a:miter lim="800000"/>
              <a:headEnd/>
              <a:tailEnd/>
            </a:ln>
          </p:spPr>
        </p:pic>
        <p:sp>
          <p:nvSpPr>
            <p:cNvPr id="51216" name="Text Box 12"/>
            <p:cNvSpPr txBox="1">
              <a:spLocks noChangeArrowheads="1"/>
            </p:cNvSpPr>
            <p:nvPr/>
          </p:nvSpPr>
          <p:spPr bwMode="auto">
            <a:xfrm>
              <a:off x="4" y="5"/>
              <a:ext cx="280" cy="218"/>
            </a:xfrm>
            <a:prstGeom prst="rect">
              <a:avLst/>
            </a:prstGeom>
            <a:noFill/>
            <a:ln>
              <a:noFill/>
            </a:ln>
          </p:spPr>
          <p:txBody>
            <a:bodyPr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grpSp>
      <p:sp>
        <p:nvSpPr>
          <p:cNvPr id="51211" name="Rectangle 30"/>
          <p:cNvSpPr/>
          <p:nvPr/>
        </p:nvSpPr>
        <p:spPr>
          <a:xfrm>
            <a:off x="12700" y="1008063"/>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1212" name="Rectangle 31"/>
          <p:cNvSpPr/>
          <p:nvPr/>
        </p:nvSpPr>
        <p:spPr>
          <a:xfrm>
            <a:off x="0" y="990600"/>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1213" name="Rectangle 30"/>
          <p:cNvSpPr/>
          <p:nvPr/>
        </p:nvSpPr>
        <p:spPr>
          <a:xfrm>
            <a:off x="12700" y="17463"/>
            <a:ext cx="358775" cy="925512"/>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1214" name="Rectangle 31"/>
          <p:cNvSpPr/>
          <p:nvPr/>
        </p:nvSpPr>
        <p:spPr>
          <a:xfrm>
            <a:off x="0" y="0"/>
            <a:ext cx="358775" cy="925513"/>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pic>
        <p:nvPicPr>
          <p:cNvPr id="51217" name="图片 1073743875" descr="学科网 zxxk.com"/>
          <p:cNvPicPr>
            <a:picLocks noChangeAspect="1"/>
          </p:cNvPicPr>
          <p:nvPr/>
        </p:nvPicPr>
        <p:blipFill>
          <a:blip r:embed="rId20" r:link="rId21"/>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37" r:id="rId1"/>
    <p:sldLayoutId id="2147484238" r:id="rId2"/>
    <p:sldLayoutId id="2147484239" r:id="rId3"/>
    <p:sldLayoutId id="2147484240" r:id="rId4"/>
    <p:sldLayoutId id="2147484241" r:id="rId5"/>
    <p:sldLayoutId id="2147484242" r:id="rId6"/>
    <p:sldLayoutId id="2147484243" r:id="rId7"/>
    <p:sldLayoutId id="2147484244" r:id="rId8"/>
    <p:sldLayoutId id="2147484245" r:id="rId9"/>
    <p:sldLayoutId id="2147484246" r:id="rId10"/>
    <p:sldLayoutId id="2147484247" r:id="rId11"/>
  </p:sldLayoutIdLst>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2.77778E-06 4.95146E-06 L 2.35868 -0.0037" ptsTypes="">
                                      <p:cBhvr>
                                        <p:cTn id="6" dur="3500" fill="hold"/>
                                        <p:tgtEl>
                                          <p:spTgt spid="51210"/>
                                        </p:tgtEl>
                                        <p:attrNameLst>
                                          <p:attrName>ppt_x</p:attrName>
                                          <p:attrName>ppt_y</p:attrName>
                                        </p:attrNameLst>
                                      </p:cBhvr>
                                    </p:animMotion>
                                  </p:childTnLst>
                                </p:cTn>
                              </p:par>
                              <p:par>
                                <p:cTn id="7" presetID="63" presetClass="path" presetSubtype="0" fill="hold" nodeType="withEffect">
                                  <p:stCondLst>
                                    <p:cond delay="0"/>
                                  </p:stCondLst>
                                  <p:childTnLst>
                                    <p:animMotion origin="layout" path="M 2.77778E-06 4.95146E-06 L 2.35868 -0.0037" ptsTypes="">
                                      <p:cBhvr>
                                        <p:cTn id="8" dur="3500" fill="hold"/>
                                        <p:tgtEl>
                                          <p:spTgt spid="51211"/>
                                        </p:tgtEl>
                                        <p:attrNameLst>
                                          <p:attrName>ppt_x</p:attrName>
                                          <p:attrName>ppt_y</p:attrName>
                                        </p:attrNameLst>
                                      </p:cBhvr>
                                    </p:animMotion>
                                  </p:childTnLst>
                                </p:cTn>
                              </p:par>
                              <p:par>
                                <p:cTn id="9" presetID="63" presetClass="path" presetSubtype="0" fill="hold" nodeType="withEffect">
                                  <p:stCondLst>
                                    <p:cond delay="0"/>
                                  </p:stCondLst>
                                  <p:childTnLst>
                                    <p:animMotion origin="layout" path="M 2.77778E-06 4.95146E-06 L 2.35868 -0.0037" ptsTypes="">
                                      <p:cBhvr>
                                        <p:cTn id="10" dur="3500" spd="-99900" fill="hold"/>
                                        <p:tgtEl>
                                          <p:spTgt spid="51212"/>
                                        </p:tgtEl>
                                        <p:attrNameLst>
                                          <p:attrName>ppt_x</p:attrName>
                                          <p:attrName>ppt_y</p:attrName>
                                        </p:attrNameLst>
                                      </p:cBhvr>
                                    </p:animMotion>
                                  </p:childTnLst>
                                </p:cTn>
                              </p:par>
                              <p:par>
                                <p:cTn id="11" presetID="63" presetClass="path" presetSubtype="0" fill="hold" nodeType="withEffect">
                                  <p:stCondLst>
                                    <p:cond delay="0"/>
                                  </p:stCondLst>
                                  <p:childTnLst>
                                    <p:animMotion origin="layout" path="M 2.77778E-06 4.95146E-06 L 2.35868 -0.0037" ptsTypes="">
                                      <p:cBhvr>
                                        <p:cTn id="12" dur="3500" fill="hold"/>
                                        <p:tgtEl>
                                          <p:spTgt spid="51213"/>
                                        </p:tgtEl>
                                        <p:attrNameLst>
                                          <p:attrName>ppt_x</p:attrName>
                                          <p:attrName>ppt_y</p:attrName>
                                        </p:attrNameLst>
                                      </p:cBhvr>
                                    </p:animMotion>
                                  </p:childTnLst>
                                </p:cTn>
                              </p:par>
                              <p:par>
                                <p:cTn id="13" presetID="63" presetClass="path" presetSubtype="0" fill="hold" nodeType="withEffect">
                                  <p:stCondLst>
                                    <p:cond delay="0"/>
                                  </p:stCondLst>
                                  <p:childTnLst>
                                    <p:animMotion origin="layout" path="M 2.77778E-06 4.95146E-06 L 2.35868 -0.0037" ptsTypes="">
                                      <p:cBhvr>
                                        <p:cTn id="14" dur="3500" spd="-99900" fill="hold"/>
                                        <p:tgtEl>
                                          <p:spTgt spid="51214"/>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ctr" defTabSz="914400" rtl="0" eaLnBrk="0" fontAlgn="base" hangingPunct="0">
        <a:lnSpc>
          <a:spcPct val="90000"/>
        </a:lnSpc>
        <a:spcBef>
          <a:spcPct val="0"/>
        </a:spcBef>
        <a:spcAft>
          <a:spcPct val="0"/>
        </a:spcAft>
        <a:buClrTx/>
        <a:buSzTx/>
        <a:buFontTx/>
        <a:buNone/>
        <a:defRPr kumimoji="0" sz="4000" b="0" i="0" u="none" kern="1200" baseline="0">
          <a:solidFill>
            <a:schemeClr val="bg1"/>
          </a:solidFill>
          <a:effectLst/>
          <a:latin typeface="Times New Roman" panose="02020603050405020304" pitchFamily="18" charset="0"/>
          <a:ea typeface="华文新魏" pitchFamily="2" charset="-122"/>
          <a:cs typeface="+mj-cs"/>
        </a:defRPr>
      </a:lvl1pPr>
    </p:titleStyle>
    <p:body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sz="2000" b="0" i="0" u="none" kern="1200" baseline="0">
          <a:solidFill>
            <a:srgbClr val="000000"/>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sz="2000" b="0" i="0" u="none" kern="1200" baseline="0">
          <a:solidFill>
            <a:srgbClr val="000000"/>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sz="2000" b="0" i="0" u="none" kern="1200" baseline="0">
          <a:solidFill>
            <a:srgbClr val="000000"/>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2226" name="WordArt 2">
            <a:hlinkClick r:id="rId13" action="ppaction://hlinkfile"/>
          </p:cNvPr>
          <p:cNvSpPr>
            <a:spLocks noTextEdit="1"/>
          </p:cNvSpPr>
          <p:nvPr/>
        </p:nvSpPr>
        <p:spPr>
          <a:xfrm>
            <a:off x="914400" y="6324600"/>
            <a:ext cx="3889375" cy="295275"/>
          </a:xfrm>
          <a:solidFill>
            <a:srgbClr val="FFFF00"/>
          </a:solidFill>
          <a:ln>
            <a:noFill/>
            <a:miter lim="800000"/>
          </a:ln>
          <a:effectLst>
            <a:prstShdw prst="shdw18" dist="17961" dir="13500000">
              <a:srgbClr val="999900"/>
            </a:prstShdw>
          </a:effectLst>
        </p:spPr>
        <p:txBody>
          <a:bodyPr wrap="none" fromWordArt="1">
            <a:prstTxWarp prst="textPlain">
              <a:avLst/>
            </a:prstTxWarp>
            <a:noAutofit/>
          </a:bodyPr>
          <a:lstStyle/>
          <a:p>
            <a:pPr algn="ctr"/>
            <a:r>
              <a:rPr sz="2000" kern="10" spc="400">
                <a:ln>
                  <a:noFill/>
                </a:ln>
                <a:solidFill>
                  <a:srgbClr val="FFFF00"/>
                </a:solidFill>
                <a:effectLst>
                  <a:prstShdw prst="shdw18" dist="17961" dir="13500000">
                    <a:srgbClr val="999900"/>
                  </a:prstShdw>
                </a:effectLst>
                <a:latin typeface="Times New Roman" panose="02020603050405020304"/>
              </a:rPr>
              <a:t>http://www.huatengedu.com.cn/</a:t>
            </a:r>
            <a:endParaRPr sz="2000" kern="10" spc="400">
              <a:ln>
                <a:noFill/>
              </a:ln>
              <a:solidFill>
                <a:srgbClr val="FFFF00"/>
              </a:solidFill>
              <a:effectLst>
                <a:prstShdw prst="shdw18" dist="17961" dir="13500000">
                  <a:srgbClr val="999900"/>
                </a:prstShdw>
              </a:effectLst>
              <a:latin typeface="Times New Roman" panose="02020603050405020304"/>
            </a:endParaRPr>
          </a:p>
        </p:txBody>
      </p:sp>
      <p:pic>
        <p:nvPicPr>
          <p:cNvPr id="52227" name="Picture 33" descr="light_shadow"/>
          <p:cNvPicPr>
            <a:picLocks noChangeAspect="1"/>
          </p:cNvPicPr>
          <p:nvPr/>
        </p:nvPicPr>
        <p:blipFill>
          <a:blip r:embed="rId14">
            <a:lum bright="-78000" contrast="-78000"/>
          </a:blip>
          <a:stretch>
            <a:fillRect/>
          </a:stretch>
        </p:blipFill>
        <p:spPr>
          <a:xfrm>
            <a:off x="376238" y="6716713"/>
            <a:ext cx="493712" cy="141287"/>
          </a:xfrm>
          <a:prstGeom prst="rect">
            <a:avLst/>
          </a:prstGeom>
          <a:noFill/>
          <a:ln>
            <a:noFill/>
            <a:miter lim="800000"/>
            <a:headEnd/>
            <a:tailEnd/>
          </a:ln>
        </p:spPr>
      </p:pic>
      <p:sp>
        <p:nvSpPr>
          <p:cNvPr id="52228" name="Oval 34" descr="鼠标1"/>
          <p:cNvSpPr/>
          <p:nvPr/>
        </p:nvSpPr>
        <p:spPr>
          <a:xfrm>
            <a:off x="304800" y="6211888"/>
            <a:ext cx="498475" cy="503237"/>
          </a:xfrm>
          <a:prstGeom prst="ellipse">
            <a:avLst/>
          </a:prstGeom>
          <a:blipFill rotWithShape="1">
            <a:blip r:embed="rId15"/>
            <a:stretch>
              <a:fillRect/>
            </a:stretch>
          </a:blipFill>
          <a:ln>
            <a:noFill/>
            <a:miter lim="800000"/>
          </a:ln>
          <a:effectLst>
            <a:prstShdw prst="shdw18" dist="17961" dir="13500000">
              <a:srgbClr val="999999"/>
            </a:prstShdw>
          </a:effectLst>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r>
              <a:rPr lang="zh-CN" altLang="en-US" sz="1600" b="1">
                <a:solidFill>
                  <a:srgbClr val="FFFF00"/>
                </a:solidFill>
                <a:latin typeface="Arial" panose="020B0604020202020204" pitchFamily="34" charset="0"/>
                <a:ea typeface="幼圆" pitchFamily="49" charset="-122"/>
              </a:rPr>
              <a:t>目录</a:t>
            </a:r>
            <a:endParaRPr lang="zh-CN" altLang="en-US" sz="1800">
              <a:latin typeface="Arial" panose="020B0604020202020204" pitchFamily="34" charset="0"/>
              <a:ea typeface="宋体" panose="02010600030101010101" pitchFamily="2" charset="-122"/>
            </a:endParaRPr>
          </a:p>
        </p:txBody>
      </p:sp>
      <p:pic>
        <p:nvPicPr>
          <p:cNvPr id="52229" name="Picture 5" descr="鼠标1副本"/>
          <p:cNvPicPr>
            <a:picLocks noChangeAspect="1"/>
          </p:cNvPicPr>
          <p:nvPr/>
        </p:nvPicPr>
        <p:blipFill>
          <a:blip r:embed="rId16">
            <a:clrChange>
              <a:clrFrom>
                <a:srgbClr val="FFFFFF"/>
              </a:clrFrom>
              <a:clrTo>
                <a:srgbClr val="FFFFFF">
                  <a:alpha val="0"/>
                </a:srgbClr>
              </a:clrTo>
            </a:clrChange>
          </a:blip>
          <a:stretch>
            <a:fillRect/>
          </a:stretch>
        </p:blipFill>
        <p:spPr>
          <a:xfrm>
            <a:off x="533400" y="0"/>
            <a:ext cx="1371600" cy="914400"/>
          </a:xfrm>
          <a:prstGeom prst="rect">
            <a:avLst/>
          </a:prstGeom>
          <a:noFill/>
          <a:ln>
            <a:noFill/>
            <a:miter lim="800000"/>
            <a:headEnd/>
            <a:tailEnd/>
          </a:ln>
        </p:spPr>
      </p:pic>
      <p:pic>
        <p:nvPicPr>
          <p:cNvPr id="52230" name="WordArt 6"/>
          <p:cNvPicPr/>
          <p:nvPr/>
        </p:nvPicPr>
        <p:blipFill>
          <a:blip r:embed="rId17"/>
          <a:stretch>
            <a:fillRect/>
          </a:stretch>
        </p:blipFill>
        <p:spPr>
          <a:xfrm>
            <a:off x="30163" y="-144462"/>
            <a:ext cx="828675" cy="1065212"/>
          </a:xfrm>
          <a:prstGeom prst="rect">
            <a:avLst/>
          </a:prstGeom>
          <a:noFill/>
          <a:ln>
            <a:noFill/>
            <a:miter lim="800000"/>
            <a:headEnd/>
            <a:tailEnd/>
          </a:ln>
        </p:spPr>
      </p:pic>
      <p:pic>
        <p:nvPicPr>
          <p:cNvPr id="52231" name="WordArt 7"/>
          <p:cNvPicPr/>
          <p:nvPr/>
        </p:nvPicPr>
        <p:blipFill>
          <a:blip r:embed="rId18"/>
          <a:stretch>
            <a:fillRect/>
          </a:stretch>
        </p:blipFill>
        <p:spPr>
          <a:xfrm>
            <a:off x="8143875" y="-4762"/>
            <a:ext cx="1006475" cy="193675"/>
          </a:xfrm>
          <a:prstGeom prst="rect">
            <a:avLst/>
          </a:prstGeom>
          <a:noFill/>
          <a:ln>
            <a:noFill/>
            <a:miter lim="800000"/>
            <a:headEnd/>
            <a:tailEnd/>
          </a:ln>
        </p:spPr>
      </p:pic>
      <p:sp>
        <p:nvSpPr>
          <p:cNvPr id="52232" name="Rectangle 8"/>
          <p:cNvSpPr>
            <a:spLocks noGrp="1"/>
          </p:cNvSpPr>
          <p:nvPr>
            <p:ph type="title"/>
          </p:nvPr>
        </p:nvSpPr>
        <p:spPr>
          <a:xfrm>
            <a:off x="533400" y="152400"/>
            <a:ext cx="8610600" cy="838200"/>
          </a:xfrm>
          <a:prstGeom prst="rect">
            <a:avLst/>
          </a:prstGeom>
          <a:noFill/>
          <a:ln>
            <a:noFill/>
            <a:miter lim="800000"/>
          </a:ln>
        </p:spPr>
        <p:txBody>
          <a:bodyPr anchor="ctr" anchorCtr="0">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lvl="0"/>
            <a:r>
              <a:t>单击此处编辑母版标题样式</a:t>
            </a:r>
          </a:p>
        </p:txBody>
      </p:sp>
      <p:sp>
        <p:nvSpPr>
          <p:cNvPr id="52233" name="Rectangle 9"/>
          <p:cNvSpPr>
            <a:spLocks noGrp="1"/>
          </p:cNvSpPr>
          <p:nvPr>
            <p:ph type="body" idx="1"/>
          </p:nvPr>
        </p:nvSpPr>
        <p:spPr>
          <a:xfrm>
            <a:off x="457200" y="1143000"/>
            <a:ext cx="8229600" cy="4525963"/>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0"/>
            <a:r>
              <a:t>单击此处编辑母版文本样式</a:t>
            </a:r>
          </a:p>
        </p:txBody>
      </p:sp>
      <p:grpSp>
        <p:nvGrpSpPr>
          <p:cNvPr id="52234" name="Group 10"/>
          <p:cNvGrpSpPr/>
          <p:nvPr/>
        </p:nvGrpSpPr>
        <p:grpSpPr>
          <a:xfrm>
            <a:off x="6350" y="1017588"/>
            <a:ext cx="457200" cy="360362"/>
            <a:chOff x="0" y="0"/>
            <a:chExt cx="288" cy="227"/>
          </a:xfrm>
        </p:grpSpPr>
        <p:pic>
          <p:nvPicPr>
            <p:cNvPr id="52239" name="Rectangle 30"/>
            <p:cNvPicPr/>
            <p:nvPr/>
          </p:nvPicPr>
          <p:blipFill>
            <a:blip r:embed="rId19"/>
            <a:stretch>
              <a:fillRect/>
            </a:stretch>
          </p:blipFill>
          <p:spPr>
            <a:xfrm>
              <a:off x="0" y="0"/>
              <a:ext cx="288" cy="227"/>
            </a:xfrm>
            <a:prstGeom prst="rect">
              <a:avLst/>
            </a:prstGeom>
            <a:noFill/>
            <a:ln>
              <a:noFill/>
              <a:miter lim="800000"/>
              <a:headEnd/>
              <a:tailEnd/>
            </a:ln>
          </p:spPr>
        </p:pic>
        <p:sp>
          <p:nvSpPr>
            <p:cNvPr id="52240" name="Text Box 12"/>
            <p:cNvSpPr txBox="1">
              <a:spLocks noChangeArrowheads="1"/>
            </p:cNvSpPr>
            <p:nvPr/>
          </p:nvSpPr>
          <p:spPr bwMode="auto">
            <a:xfrm>
              <a:off x="4" y="5"/>
              <a:ext cx="280" cy="218"/>
            </a:xfrm>
            <a:prstGeom prst="rect">
              <a:avLst/>
            </a:prstGeom>
            <a:noFill/>
            <a:ln>
              <a:noFill/>
            </a:ln>
          </p:spPr>
          <p:txBody>
            <a:bodyPr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grpSp>
      <p:sp>
        <p:nvSpPr>
          <p:cNvPr id="52235" name="Rectangle 30"/>
          <p:cNvSpPr/>
          <p:nvPr/>
        </p:nvSpPr>
        <p:spPr>
          <a:xfrm>
            <a:off x="12700" y="1008063"/>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2236" name="Rectangle 31"/>
          <p:cNvSpPr/>
          <p:nvPr/>
        </p:nvSpPr>
        <p:spPr>
          <a:xfrm>
            <a:off x="0" y="990600"/>
            <a:ext cx="358775" cy="381000"/>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2237" name="Rectangle 30"/>
          <p:cNvSpPr/>
          <p:nvPr/>
        </p:nvSpPr>
        <p:spPr>
          <a:xfrm>
            <a:off x="12700" y="17463"/>
            <a:ext cx="358775" cy="925512"/>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2238" name="Rectangle 31"/>
          <p:cNvSpPr/>
          <p:nvPr/>
        </p:nvSpPr>
        <p:spPr>
          <a:xfrm>
            <a:off x="0" y="0"/>
            <a:ext cx="358775" cy="925513"/>
          </a:xfrm>
          <a:prstGeom prst="rect">
            <a:avLst/>
          </a:prstGeom>
          <a:gradFill rotWithShape="1">
            <a:gsLst>
              <a:gs pos="0">
                <a:schemeClr val="bg1">
                  <a:alpha val="37999"/>
                </a:schemeClr>
              </a:gs>
              <a:gs pos="50000">
                <a:srgbClr val="D1D1D1">
                  <a:alpha val="17998"/>
                </a:srgbClr>
              </a:gs>
              <a:gs pos="100000">
                <a:schemeClr val="bg1">
                  <a:alpha val="37999"/>
                </a:schemeClr>
              </a:gs>
            </a:gsLst>
            <a:lin ang="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pic>
        <p:nvPicPr>
          <p:cNvPr id="52241" name="图片 1073743875" descr="学科网 zxxk.com"/>
          <p:cNvPicPr>
            <a:picLocks noChangeAspect="1"/>
          </p:cNvPicPr>
          <p:nvPr/>
        </p:nvPicPr>
        <p:blipFill>
          <a:blip r:embed="rId20" r:link="rId21"/>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49" r:id="rId1"/>
    <p:sldLayoutId id="2147484250" r:id="rId2"/>
    <p:sldLayoutId id="2147484251" r:id="rId3"/>
    <p:sldLayoutId id="2147484252" r:id="rId4"/>
    <p:sldLayoutId id="2147484253" r:id="rId5"/>
    <p:sldLayoutId id="2147484254" r:id="rId6"/>
    <p:sldLayoutId id="2147484255" r:id="rId7"/>
    <p:sldLayoutId id="2147484256" r:id="rId8"/>
    <p:sldLayoutId id="2147484257" r:id="rId9"/>
    <p:sldLayoutId id="2147484258" r:id="rId10"/>
    <p:sldLayoutId id="2147484259" r:id="rId11"/>
  </p:sldLayoutIdLst>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2.77778E-06 4.95146E-06 L 2.35868 -0.0037" ptsTypes="">
                                      <p:cBhvr>
                                        <p:cTn id="6" dur="3500" fill="hold"/>
                                        <p:tgtEl>
                                          <p:spTgt spid="52234"/>
                                        </p:tgtEl>
                                        <p:attrNameLst>
                                          <p:attrName>ppt_x</p:attrName>
                                          <p:attrName>ppt_y</p:attrName>
                                        </p:attrNameLst>
                                      </p:cBhvr>
                                    </p:animMotion>
                                  </p:childTnLst>
                                </p:cTn>
                              </p:par>
                              <p:par>
                                <p:cTn id="7" presetID="63" presetClass="path" presetSubtype="0" fill="hold" nodeType="withEffect">
                                  <p:stCondLst>
                                    <p:cond delay="0"/>
                                  </p:stCondLst>
                                  <p:childTnLst>
                                    <p:animMotion origin="layout" path="M 2.77778E-06 4.95146E-06 L 2.35868 -0.0037" ptsTypes="">
                                      <p:cBhvr>
                                        <p:cTn id="8" dur="3500" fill="hold"/>
                                        <p:tgtEl>
                                          <p:spTgt spid="52235"/>
                                        </p:tgtEl>
                                        <p:attrNameLst>
                                          <p:attrName>ppt_x</p:attrName>
                                          <p:attrName>ppt_y</p:attrName>
                                        </p:attrNameLst>
                                      </p:cBhvr>
                                    </p:animMotion>
                                  </p:childTnLst>
                                </p:cTn>
                              </p:par>
                              <p:par>
                                <p:cTn id="9" presetID="63" presetClass="path" presetSubtype="0" fill="hold" nodeType="withEffect">
                                  <p:stCondLst>
                                    <p:cond delay="0"/>
                                  </p:stCondLst>
                                  <p:childTnLst>
                                    <p:animMotion origin="layout" path="M 2.77778E-06 4.95146E-06 L 2.35868 -0.0037" ptsTypes="">
                                      <p:cBhvr>
                                        <p:cTn id="10" dur="3500" spd="-99900" fill="hold"/>
                                        <p:tgtEl>
                                          <p:spTgt spid="52236"/>
                                        </p:tgtEl>
                                        <p:attrNameLst>
                                          <p:attrName>ppt_x</p:attrName>
                                          <p:attrName>ppt_y</p:attrName>
                                        </p:attrNameLst>
                                      </p:cBhvr>
                                    </p:animMotion>
                                  </p:childTnLst>
                                </p:cTn>
                              </p:par>
                              <p:par>
                                <p:cTn id="11" presetID="63" presetClass="path" presetSubtype="0" fill="hold" nodeType="withEffect">
                                  <p:stCondLst>
                                    <p:cond delay="0"/>
                                  </p:stCondLst>
                                  <p:childTnLst>
                                    <p:animMotion origin="layout" path="M 2.77778E-06 4.95146E-06 L 2.35868 -0.0037" ptsTypes="">
                                      <p:cBhvr>
                                        <p:cTn id="12" dur="3500" fill="hold"/>
                                        <p:tgtEl>
                                          <p:spTgt spid="52237"/>
                                        </p:tgtEl>
                                        <p:attrNameLst>
                                          <p:attrName>ppt_x</p:attrName>
                                          <p:attrName>ppt_y</p:attrName>
                                        </p:attrNameLst>
                                      </p:cBhvr>
                                    </p:animMotion>
                                  </p:childTnLst>
                                </p:cTn>
                              </p:par>
                              <p:par>
                                <p:cTn id="13" presetID="63" presetClass="path" presetSubtype="0" fill="hold" nodeType="withEffect">
                                  <p:stCondLst>
                                    <p:cond delay="0"/>
                                  </p:stCondLst>
                                  <p:childTnLst>
                                    <p:animMotion origin="layout" path="M 2.77778E-06 4.95146E-06 L 2.35868 -0.0037" ptsTypes="">
                                      <p:cBhvr>
                                        <p:cTn id="14" dur="3500" spd="-99900" fill="hold"/>
                                        <p:tgtEl>
                                          <p:spTgt spid="52238"/>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ctr" defTabSz="914400" rtl="0" eaLnBrk="0" fontAlgn="base" hangingPunct="0">
        <a:lnSpc>
          <a:spcPct val="90000"/>
        </a:lnSpc>
        <a:spcBef>
          <a:spcPct val="0"/>
        </a:spcBef>
        <a:spcAft>
          <a:spcPct val="0"/>
        </a:spcAft>
        <a:buClrTx/>
        <a:buSzTx/>
        <a:buFontTx/>
        <a:buNone/>
        <a:defRPr kumimoji="0" sz="4000" b="0" i="0" u="none" kern="1200" baseline="0">
          <a:solidFill>
            <a:schemeClr val="bg1"/>
          </a:solidFill>
          <a:effectLst/>
          <a:latin typeface="Times New Roman" panose="02020603050405020304" pitchFamily="18" charset="0"/>
          <a:ea typeface="华文新魏" pitchFamily="2" charset="-122"/>
          <a:cs typeface="+mj-cs"/>
        </a:defRPr>
      </a:lvl1pPr>
    </p:titleStyle>
    <p:body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sz="2000" b="0" i="0" u="none" kern="1200" baseline="0">
          <a:solidFill>
            <a:srgbClr val="000000"/>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sz="2000" b="0" i="0" u="none" kern="1200" baseline="0">
          <a:solidFill>
            <a:srgbClr val="000000"/>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sz="2000" b="0" i="0" u="none" kern="1200" baseline="0">
          <a:solidFill>
            <a:srgbClr val="000000"/>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sz="2000" b="0" i="0" u="none" kern="1200" baseline="0">
          <a:solidFill>
            <a:srgbClr val="000000"/>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325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51"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18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18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18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3252"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fld id="{F1071627-B2D9-4E82-A112-F23F02F4ECA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3253"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lnSpc>
                <a:spcPct val="100000"/>
              </a:lnSpc>
              <a:spcBef>
                <a:spcPct val="0"/>
              </a:spcBef>
              <a:buClrTx/>
              <a:buFontTx/>
            </a:pPr>
            <a:endParaRPr lang="zh-CN" altLang="en-US" sz="1400">
              <a:latin typeface="Arial" panose="020B0604020202020204" pitchFamily="34" charset="0"/>
              <a:ea typeface="宋体" panose="02010600030101010101" pitchFamily="2" charset="-122"/>
            </a:endParaRPr>
          </a:p>
        </p:txBody>
      </p:sp>
      <p:sp>
        <p:nvSpPr>
          <p:cNvPr id="53254"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100000"/>
              </a:lnSpc>
              <a:spcBef>
                <a:spcPct val="0"/>
              </a:spcBef>
              <a:spcAft>
                <a:spcPct val="0"/>
              </a:spcAft>
              <a:buClrTx/>
              <a:buSzTx/>
              <a:buFontTx/>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lnSpc>
                <a:spcPct val="100000"/>
              </a:lnSpc>
              <a:spcBef>
                <a:spcPct val="0"/>
              </a:spcBef>
              <a:buClrTx/>
              <a:buFontTx/>
            </a:pPr>
            <a:fld id="{EE3B34A9-B0D4-448B-BA83-C0A71C0EEA0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325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56" name="Rectangle 2"/>
          <p:cNvSpPr>
            <a:spLocks noGrp="1"/>
          </p:cNvSpPr>
          <p:nvPr>
            <p:ph type="title"/>
          </p:nvPr>
        </p:nvSpPr>
        <p:spPr>
          <a:xfrm>
            <a:off x="947738" y="152400"/>
            <a:ext cx="6096000" cy="5334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28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53257" name="Group 9"/>
          <p:cNvGrpSpPr/>
          <p:nvPr/>
        </p:nvGrpSpPr>
        <p:grpSpPr>
          <a:xfrm rot="10800000">
            <a:off x="8367713" y="42863"/>
            <a:ext cx="762000" cy="685800"/>
            <a:chOff x="0" y="0"/>
            <a:chExt cx="546" cy="543"/>
          </a:xfrm>
        </p:grpSpPr>
        <p:sp>
          <p:nvSpPr>
            <p:cNvPr id="5326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grpSp>
      <p:sp>
        <p:nvSpPr>
          <p:cNvPr id="53258"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59"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0"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1"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sp>
        <p:nvSpPr>
          <p:cNvPr id="53262"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algn="l" eaLnBrk="1" hangingPunct="1">
              <a:lnSpc>
                <a:spcPct val="100000"/>
              </a:lnSpc>
              <a:spcBef>
                <a:spcPct val="0"/>
              </a:spcBef>
              <a:buClrTx/>
              <a:buFontTx/>
            </a:pPr>
            <a:endParaRPr lang="zh-CN" altLang="en-US" sz="1800">
              <a:latin typeface="Arial" panose="020B0604020202020204" pitchFamily="34" charset="0"/>
              <a:ea typeface="宋体" panose="02010600030101010101" pitchFamily="2" charset="-122"/>
            </a:endParaRPr>
          </a:p>
        </p:txBody>
      </p:sp>
      <p:pic>
        <p:nvPicPr>
          <p:cNvPr id="5326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61" r:id="rId1"/>
    <p:sldLayoutId id="2147484262" r:id="rId2"/>
    <p:sldLayoutId id="2147484263" r:id="rId3"/>
    <p:sldLayoutId id="2147484264" r:id="rId4"/>
    <p:sldLayoutId id="2147484265" r:id="rId5"/>
    <p:sldLayoutId id="2147484266" r:id="rId6"/>
    <p:sldLayoutId id="2147484267" r:id="rId7"/>
    <p:sldLayoutId id="2147484268" r:id="rId8"/>
    <p:sldLayoutId id="2147484269" r:id="rId9"/>
    <p:sldLayoutId id="2147484270" r:id="rId10"/>
    <p:sldLayoutId id="214748427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28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18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18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18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427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4275"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427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B132CFFE-4C28-4A2C-B088-5DE6163D0A0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427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4278"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4D4C256-785A-4BEE-9BB4-86EC04B6B90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427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4280"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54281" name="Group 9"/>
          <p:cNvGrpSpPr/>
          <p:nvPr/>
        </p:nvGrpSpPr>
        <p:grpSpPr>
          <a:xfrm rot="10800000">
            <a:off x="8367713" y="42863"/>
            <a:ext cx="762000" cy="685800"/>
            <a:chOff x="0" y="0"/>
            <a:chExt cx="546" cy="543"/>
          </a:xfrm>
        </p:grpSpPr>
        <p:sp>
          <p:nvSpPr>
            <p:cNvPr id="5428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8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8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9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9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9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54282"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83"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4284"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85"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4286"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5429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73" r:id="rId1"/>
    <p:sldLayoutId id="2147484274" r:id="rId2"/>
    <p:sldLayoutId id="2147484275" r:id="rId3"/>
    <p:sldLayoutId id="2147484276" r:id="rId4"/>
    <p:sldLayoutId id="2147484277" r:id="rId5"/>
    <p:sldLayoutId id="2147484278" r:id="rId6"/>
    <p:sldLayoutId id="2147484279" r:id="rId7"/>
    <p:sldLayoutId id="2147484280" r:id="rId8"/>
    <p:sldLayoutId id="2147484281" r:id="rId9"/>
    <p:sldLayoutId id="2147484282" r:id="rId10"/>
    <p:sldLayoutId id="214748428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55298"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55299"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55300"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55301" name="Line 26"/>
          <p:cNvCxnSpPr/>
          <p:nvPr/>
        </p:nvCxnSpPr>
        <p:spPr>
          <a:xfrm>
            <a:off x="0" y="3657600"/>
            <a:ext cx="9144000" cy="0"/>
          </a:xfrm>
          <a:prstGeom prst="line">
            <a:avLst/>
          </a:prstGeom>
          <a:noFill/>
          <a:ln w="38100">
            <a:solidFill>
              <a:srgbClr val="FFFFFF"/>
            </a:solidFill>
            <a:miter lim="800000"/>
          </a:ln>
        </p:spPr>
      </p:cxnSp>
      <p:cxnSp>
        <p:nvCxnSpPr>
          <p:cNvPr id="55302" name="Line 27"/>
          <p:cNvCxnSpPr/>
          <p:nvPr/>
        </p:nvCxnSpPr>
        <p:spPr>
          <a:xfrm>
            <a:off x="0" y="2590800"/>
            <a:ext cx="9144000" cy="0"/>
          </a:xfrm>
          <a:prstGeom prst="line">
            <a:avLst/>
          </a:prstGeom>
          <a:noFill/>
          <a:ln w="38100">
            <a:solidFill>
              <a:srgbClr val="FFFFFF"/>
            </a:solidFill>
            <a:miter lim="800000"/>
          </a:ln>
        </p:spPr>
      </p:cxnSp>
      <p:sp>
        <p:nvSpPr>
          <p:cNvPr id="55303"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5304"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55305" name="Line 34"/>
          <p:cNvCxnSpPr/>
          <p:nvPr/>
        </p:nvCxnSpPr>
        <p:spPr>
          <a:xfrm>
            <a:off x="0" y="2590800"/>
            <a:ext cx="9144000" cy="0"/>
          </a:xfrm>
          <a:prstGeom prst="line">
            <a:avLst/>
          </a:prstGeom>
          <a:noFill/>
          <a:ln w="38100">
            <a:solidFill>
              <a:srgbClr val="FFFFFF"/>
            </a:solidFill>
            <a:miter lim="800000"/>
          </a:ln>
        </p:spPr>
      </p:cxnSp>
      <p:sp>
        <p:nvSpPr>
          <p:cNvPr id="5530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530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55308"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FCF070F-F460-4FD9-9B92-6B429EA947E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5309"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55310"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6211921-902D-4E10-8B3C-3ED2515D3929}"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55311"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85" r:id="rId1"/>
    <p:sldLayoutId id="2147484286" r:id="rId2"/>
    <p:sldLayoutId id="2147484287" r:id="rId3"/>
    <p:sldLayoutId id="2147484288" r:id="rId4"/>
    <p:sldLayoutId id="2147484289" r:id="rId5"/>
    <p:sldLayoutId id="2147484290" r:id="rId6"/>
    <p:sldLayoutId id="2147484291" r:id="rId7"/>
    <p:sldLayoutId id="2147484292" r:id="rId8"/>
    <p:sldLayoutId id="2147484293" r:id="rId9"/>
    <p:sldLayoutId id="2147484294" r:id="rId10"/>
    <p:sldLayoutId id="2147484295"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55299"/>
                                        </p:tgtEl>
                                        <p:attrNameLst>
                                          <p:attrName>style.visibility</p:attrName>
                                        </p:attrNameLst>
                                      </p:cBhvr>
                                      <p:to>
                                        <p:strVal val="visible"/>
                                      </p:to>
                                    </p:set>
                                    <p:animEffect transition="in" filter="wipe(up)">
                                      <p:cBhvr>
                                        <p:cTn id="7" dur="500" fill="hold"/>
                                        <p:tgtEl>
                                          <p:spTgt spid="55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632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632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56324" name="Group 4"/>
          <p:cNvGrpSpPr/>
          <p:nvPr/>
        </p:nvGrpSpPr>
        <p:grpSpPr>
          <a:xfrm rot="10800000">
            <a:off x="8367713" y="42863"/>
            <a:ext cx="762000" cy="685800"/>
            <a:chOff x="0" y="0"/>
            <a:chExt cx="546" cy="543"/>
          </a:xfrm>
        </p:grpSpPr>
        <p:sp>
          <p:nvSpPr>
            <p:cNvPr id="56334"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35"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36"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37"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38"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39"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5632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2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632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2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2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633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633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56332"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C6EF05F-1C96-4C22-89F1-0E2689C2313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56333"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56340"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297" r:id="rId1"/>
    <p:sldLayoutId id="2147484298" r:id="rId2"/>
    <p:sldLayoutId id="2147484299" r:id="rId3"/>
    <p:sldLayoutId id="2147484300" r:id="rId4"/>
    <p:sldLayoutId id="2147484301" r:id="rId5"/>
    <p:sldLayoutId id="2147484302" r:id="rId6"/>
    <p:sldLayoutId id="2147484303" r:id="rId7"/>
    <p:sldLayoutId id="2147484304" r:id="rId8"/>
    <p:sldLayoutId id="2147484305" r:id="rId9"/>
    <p:sldLayoutId id="2147484306" r:id="rId10"/>
    <p:sldLayoutId id="214748430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734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734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57348" name="Group 4"/>
          <p:cNvGrpSpPr/>
          <p:nvPr/>
        </p:nvGrpSpPr>
        <p:grpSpPr>
          <a:xfrm rot="10800000">
            <a:off x="8367713" y="42863"/>
            <a:ext cx="762000" cy="685800"/>
            <a:chOff x="0" y="0"/>
            <a:chExt cx="546" cy="543"/>
          </a:xfrm>
        </p:grpSpPr>
        <p:sp>
          <p:nvSpPr>
            <p:cNvPr id="5735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5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5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6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6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6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5734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5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735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5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5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735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735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57356"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3D13172-1298-4C30-AB2D-B2A8156A5D21}"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5736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09" r:id="rId1"/>
    <p:sldLayoutId id="2147484310" r:id="rId2"/>
    <p:sldLayoutId id="2147484311" r:id="rId3"/>
    <p:sldLayoutId id="2147484312" r:id="rId4"/>
    <p:sldLayoutId id="2147484313" r:id="rId5"/>
    <p:sldLayoutId id="2147484314" r:id="rId6"/>
    <p:sldLayoutId id="2147484315" r:id="rId7"/>
    <p:sldLayoutId id="2147484316" r:id="rId8"/>
    <p:sldLayoutId id="2147484317" r:id="rId9"/>
    <p:sldLayoutId id="2147484318" r:id="rId10"/>
    <p:sldLayoutId id="214748431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837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837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58372" name="Group 4"/>
          <p:cNvGrpSpPr/>
          <p:nvPr/>
        </p:nvGrpSpPr>
        <p:grpSpPr>
          <a:xfrm rot="10800000">
            <a:off x="8367713" y="42863"/>
            <a:ext cx="762000" cy="685800"/>
            <a:chOff x="0" y="0"/>
            <a:chExt cx="546" cy="543"/>
          </a:xfrm>
        </p:grpSpPr>
        <p:sp>
          <p:nvSpPr>
            <p:cNvPr id="5838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8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8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8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8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8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5837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7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837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7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7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837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837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58380"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D095E5A0-24B8-4108-BB0D-BB71047AFA5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5838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21" r:id="rId1"/>
    <p:sldLayoutId id="2147484322" r:id="rId2"/>
    <p:sldLayoutId id="2147484323" r:id="rId3"/>
    <p:sldLayoutId id="2147484324" r:id="rId4"/>
    <p:sldLayoutId id="2147484325" r:id="rId5"/>
    <p:sldLayoutId id="2147484326" r:id="rId6"/>
    <p:sldLayoutId id="2147484327" r:id="rId7"/>
    <p:sldLayoutId id="2147484328" r:id="rId8"/>
    <p:sldLayoutId id="2147484329" r:id="rId9"/>
    <p:sldLayoutId id="2147484330" r:id="rId10"/>
    <p:sldLayoutId id="214748433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5939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939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59396" name="Group 4"/>
          <p:cNvGrpSpPr/>
          <p:nvPr/>
        </p:nvGrpSpPr>
        <p:grpSpPr>
          <a:xfrm rot="10800000">
            <a:off x="8367713" y="42863"/>
            <a:ext cx="762000" cy="685800"/>
            <a:chOff x="0" y="0"/>
            <a:chExt cx="546" cy="543"/>
          </a:xfrm>
        </p:grpSpPr>
        <p:sp>
          <p:nvSpPr>
            <p:cNvPr id="5940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0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0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0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0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1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5939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39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5939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0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0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5940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5940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59404"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589443C-9437-4031-AB3B-61990FA521A4}"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5941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33" r:id="rId1"/>
    <p:sldLayoutId id="2147484334" r:id="rId2"/>
    <p:sldLayoutId id="2147484335" r:id="rId3"/>
    <p:sldLayoutId id="2147484336" r:id="rId4"/>
    <p:sldLayoutId id="2147484337" r:id="rId5"/>
    <p:sldLayoutId id="2147484338" r:id="rId6"/>
    <p:sldLayoutId id="2147484339" r:id="rId7"/>
    <p:sldLayoutId id="2147484340" r:id="rId8"/>
    <p:sldLayoutId id="2147484341" r:id="rId9"/>
    <p:sldLayoutId id="2147484342" r:id="rId10"/>
    <p:sldLayoutId id="214748434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041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041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60420" name="Group 4"/>
          <p:cNvGrpSpPr/>
          <p:nvPr/>
        </p:nvGrpSpPr>
        <p:grpSpPr>
          <a:xfrm rot="10800000">
            <a:off x="8367713" y="42863"/>
            <a:ext cx="762000" cy="685800"/>
            <a:chOff x="0" y="0"/>
            <a:chExt cx="546" cy="543"/>
          </a:xfrm>
        </p:grpSpPr>
        <p:sp>
          <p:nvSpPr>
            <p:cNvPr id="6042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3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3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3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3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3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042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2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042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2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2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042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042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0428"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56EC3B4-3E05-4799-A3FE-D36BF8A14FF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6043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45" r:id="rId1"/>
    <p:sldLayoutId id="2147484346" r:id="rId2"/>
    <p:sldLayoutId id="2147484347" r:id="rId3"/>
    <p:sldLayoutId id="2147484348" r:id="rId4"/>
    <p:sldLayoutId id="2147484349" r:id="rId5"/>
    <p:sldLayoutId id="2147484350" r:id="rId6"/>
    <p:sldLayoutId id="2147484351" r:id="rId7"/>
    <p:sldLayoutId id="2147484352" r:id="rId8"/>
    <p:sldLayoutId id="2147484353" r:id="rId9"/>
    <p:sldLayoutId id="2147484354" r:id="rId10"/>
    <p:sldLayoutId id="214748435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144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1443"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1444"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84A32D-CDD1-431A-A782-817E28194B7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1445"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1446"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4B77C21A-1EF5-4AFC-8B7E-A2FE73A022ED}"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144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1448"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61449" name="Group 9"/>
          <p:cNvGrpSpPr/>
          <p:nvPr/>
        </p:nvGrpSpPr>
        <p:grpSpPr>
          <a:xfrm rot="10800000">
            <a:off x="8367713" y="42863"/>
            <a:ext cx="762000" cy="685800"/>
            <a:chOff x="0" y="0"/>
            <a:chExt cx="546" cy="543"/>
          </a:xfrm>
        </p:grpSpPr>
        <p:sp>
          <p:nvSpPr>
            <p:cNvPr id="6145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5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5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5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5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6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1450"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51"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1452"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53"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1454"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6146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57" r:id="rId1"/>
    <p:sldLayoutId id="2147484358" r:id="rId2"/>
    <p:sldLayoutId id="2147484359" r:id="rId3"/>
    <p:sldLayoutId id="2147484360" r:id="rId4"/>
    <p:sldLayoutId id="2147484361" r:id="rId5"/>
    <p:sldLayoutId id="2147484362" r:id="rId6"/>
    <p:sldLayoutId id="2147484363" r:id="rId7"/>
    <p:sldLayoutId id="2147484364" r:id="rId8"/>
    <p:sldLayoutId id="2147484365" r:id="rId9"/>
    <p:sldLayoutId id="2147484366" r:id="rId10"/>
    <p:sldLayoutId id="214748436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62466"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62467"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62468"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62469" name="Line 26"/>
          <p:cNvCxnSpPr/>
          <p:nvPr/>
        </p:nvCxnSpPr>
        <p:spPr>
          <a:xfrm>
            <a:off x="0" y="3657600"/>
            <a:ext cx="9144000" cy="0"/>
          </a:xfrm>
          <a:prstGeom prst="line">
            <a:avLst/>
          </a:prstGeom>
          <a:noFill/>
          <a:ln w="38100">
            <a:solidFill>
              <a:srgbClr val="FFFFFF"/>
            </a:solidFill>
            <a:miter lim="800000"/>
          </a:ln>
        </p:spPr>
      </p:cxnSp>
      <p:cxnSp>
        <p:nvCxnSpPr>
          <p:cNvPr id="62470" name="Line 27"/>
          <p:cNvCxnSpPr/>
          <p:nvPr/>
        </p:nvCxnSpPr>
        <p:spPr>
          <a:xfrm>
            <a:off x="0" y="2590800"/>
            <a:ext cx="9144000" cy="0"/>
          </a:xfrm>
          <a:prstGeom prst="line">
            <a:avLst/>
          </a:prstGeom>
          <a:noFill/>
          <a:ln w="38100">
            <a:solidFill>
              <a:srgbClr val="FFFFFF"/>
            </a:solidFill>
            <a:miter lim="800000"/>
          </a:ln>
        </p:spPr>
      </p:cxnSp>
      <p:sp>
        <p:nvSpPr>
          <p:cNvPr id="62471"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2472"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62473" name="Line 34"/>
          <p:cNvCxnSpPr/>
          <p:nvPr/>
        </p:nvCxnSpPr>
        <p:spPr>
          <a:xfrm>
            <a:off x="0" y="2590800"/>
            <a:ext cx="9144000" cy="0"/>
          </a:xfrm>
          <a:prstGeom prst="line">
            <a:avLst/>
          </a:prstGeom>
          <a:noFill/>
          <a:ln w="38100">
            <a:solidFill>
              <a:srgbClr val="FFFFFF"/>
            </a:solidFill>
            <a:miter lim="800000"/>
          </a:ln>
        </p:spPr>
      </p:cxnSp>
      <p:sp>
        <p:nvSpPr>
          <p:cNvPr id="6247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247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2476"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3A5C0ED-1B1B-486E-8C53-6FD7BBAB324B}"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2477"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2478"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B62F070D-BD55-49E5-A6C9-7C4173704F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62479"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69" r:id="rId1"/>
    <p:sldLayoutId id="2147484370" r:id="rId2"/>
    <p:sldLayoutId id="2147484371" r:id="rId3"/>
    <p:sldLayoutId id="2147484372" r:id="rId4"/>
    <p:sldLayoutId id="2147484373" r:id="rId5"/>
    <p:sldLayoutId id="2147484374" r:id="rId6"/>
    <p:sldLayoutId id="2147484375" r:id="rId7"/>
    <p:sldLayoutId id="2147484376" r:id="rId8"/>
    <p:sldLayoutId id="2147484377" r:id="rId9"/>
    <p:sldLayoutId id="2147484378" r:id="rId10"/>
    <p:sldLayoutId id="2147484379"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2467"/>
                                        </p:tgtEl>
                                        <p:attrNameLst>
                                          <p:attrName>style.visibility</p:attrName>
                                        </p:attrNameLst>
                                      </p:cBhvr>
                                      <p:to>
                                        <p:strVal val="visible"/>
                                      </p:to>
                                    </p:set>
                                    <p:animEffect transition="in" filter="wipe(up)">
                                      <p:cBhvr>
                                        <p:cTn id="7" dur="500" fill="hold"/>
                                        <p:tgtEl>
                                          <p:spTgt spid="624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349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349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63492" name="Group 4"/>
          <p:cNvGrpSpPr/>
          <p:nvPr/>
        </p:nvGrpSpPr>
        <p:grpSpPr>
          <a:xfrm rot="10800000">
            <a:off x="8367713" y="42863"/>
            <a:ext cx="762000" cy="685800"/>
            <a:chOff x="0" y="0"/>
            <a:chExt cx="546" cy="543"/>
          </a:xfrm>
        </p:grpSpPr>
        <p:sp>
          <p:nvSpPr>
            <p:cNvPr id="63502"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503"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504"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505"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506"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507"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349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49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349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49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49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349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349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3500"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6100F7D-298B-474F-A855-09FEFA5BDAEE}"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3501"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63508"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81" r:id="rId1"/>
    <p:sldLayoutId id="2147484382" r:id="rId2"/>
    <p:sldLayoutId id="2147484383" r:id="rId3"/>
    <p:sldLayoutId id="2147484384" r:id="rId4"/>
    <p:sldLayoutId id="2147484385" r:id="rId5"/>
    <p:sldLayoutId id="2147484386" r:id="rId6"/>
    <p:sldLayoutId id="2147484387" r:id="rId7"/>
    <p:sldLayoutId id="2147484388" r:id="rId8"/>
    <p:sldLayoutId id="2147484389" r:id="rId9"/>
    <p:sldLayoutId id="2147484390" r:id="rId10"/>
    <p:sldLayoutId id="214748439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451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451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64516" name="Group 4"/>
          <p:cNvGrpSpPr/>
          <p:nvPr/>
        </p:nvGrpSpPr>
        <p:grpSpPr>
          <a:xfrm rot="10800000">
            <a:off x="8367713" y="42863"/>
            <a:ext cx="762000" cy="685800"/>
            <a:chOff x="0" y="0"/>
            <a:chExt cx="546" cy="543"/>
          </a:xfrm>
        </p:grpSpPr>
        <p:sp>
          <p:nvSpPr>
            <p:cNvPr id="6452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2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2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2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2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3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451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1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451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2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2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452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452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4524"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8BBEACD-7B55-4103-AC44-293AF79B71F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6453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393" r:id="rId1"/>
    <p:sldLayoutId id="2147484394" r:id="rId2"/>
    <p:sldLayoutId id="2147484395" r:id="rId3"/>
    <p:sldLayoutId id="2147484396" r:id="rId4"/>
    <p:sldLayoutId id="2147484397" r:id="rId5"/>
    <p:sldLayoutId id="2147484398" r:id="rId6"/>
    <p:sldLayoutId id="2147484399" r:id="rId7"/>
    <p:sldLayoutId id="2147484400" r:id="rId8"/>
    <p:sldLayoutId id="2147484401" r:id="rId9"/>
    <p:sldLayoutId id="2147484402" r:id="rId10"/>
    <p:sldLayoutId id="214748440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553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553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65540" name="Group 4"/>
          <p:cNvGrpSpPr/>
          <p:nvPr/>
        </p:nvGrpSpPr>
        <p:grpSpPr>
          <a:xfrm rot="10800000">
            <a:off x="8367713" y="42863"/>
            <a:ext cx="762000" cy="685800"/>
            <a:chOff x="0" y="0"/>
            <a:chExt cx="546" cy="543"/>
          </a:xfrm>
        </p:grpSpPr>
        <p:sp>
          <p:nvSpPr>
            <p:cNvPr id="6554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5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5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5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5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5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554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4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554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4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4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554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554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5548"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9DF5D08-B59D-4591-9F01-76CFF2B5871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6555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05" r:id="rId1"/>
    <p:sldLayoutId id="2147484406" r:id="rId2"/>
    <p:sldLayoutId id="2147484407" r:id="rId3"/>
    <p:sldLayoutId id="2147484408" r:id="rId4"/>
    <p:sldLayoutId id="2147484409" r:id="rId5"/>
    <p:sldLayoutId id="2147484410" r:id="rId6"/>
    <p:sldLayoutId id="2147484411" r:id="rId7"/>
    <p:sldLayoutId id="2147484412" r:id="rId8"/>
    <p:sldLayoutId id="2147484413" r:id="rId9"/>
    <p:sldLayoutId id="2147484414" r:id="rId10"/>
    <p:sldLayoutId id="214748441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656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656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66564" name="Group 4"/>
          <p:cNvGrpSpPr/>
          <p:nvPr/>
        </p:nvGrpSpPr>
        <p:grpSpPr>
          <a:xfrm rot="10800000">
            <a:off x="8367713" y="42863"/>
            <a:ext cx="762000" cy="685800"/>
            <a:chOff x="0" y="0"/>
            <a:chExt cx="546" cy="543"/>
          </a:xfrm>
        </p:grpSpPr>
        <p:sp>
          <p:nvSpPr>
            <p:cNvPr id="6657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7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7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7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7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7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656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6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656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6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6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657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657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6572"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F7A30C07-6A83-4592-8F54-35F88E4AFA0B}"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6657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17" r:id="rId1"/>
    <p:sldLayoutId id="2147484418" r:id="rId2"/>
    <p:sldLayoutId id="2147484419" r:id="rId3"/>
    <p:sldLayoutId id="2147484420" r:id="rId4"/>
    <p:sldLayoutId id="2147484421" r:id="rId5"/>
    <p:sldLayoutId id="2147484422" r:id="rId6"/>
    <p:sldLayoutId id="2147484423" r:id="rId7"/>
    <p:sldLayoutId id="2147484424" r:id="rId8"/>
    <p:sldLayoutId id="2147484425" r:id="rId9"/>
    <p:sldLayoutId id="2147484426" r:id="rId10"/>
    <p:sldLayoutId id="214748442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758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758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67588" name="Group 4"/>
          <p:cNvGrpSpPr/>
          <p:nvPr/>
        </p:nvGrpSpPr>
        <p:grpSpPr>
          <a:xfrm rot="10800000">
            <a:off x="8367713" y="42863"/>
            <a:ext cx="762000" cy="685800"/>
            <a:chOff x="0" y="0"/>
            <a:chExt cx="546" cy="543"/>
          </a:xfrm>
        </p:grpSpPr>
        <p:sp>
          <p:nvSpPr>
            <p:cNvPr id="6759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59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59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60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60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60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758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59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759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59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59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759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759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7596"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EED74B9-D8AB-4FF0-9B0C-9F2A847BC5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6760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29" r:id="rId1"/>
    <p:sldLayoutId id="2147484430" r:id="rId2"/>
    <p:sldLayoutId id="2147484431" r:id="rId3"/>
    <p:sldLayoutId id="2147484432" r:id="rId4"/>
    <p:sldLayoutId id="2147484433" r:id="rId5"/>
    <p:sldLayoutId id="2147484434" r:id="rId6"/>
    <p:sldLayoutId id="2147484435" r:id="rId7"/>
    <p:sldLayoutId id="2147484436" r:id="rId8"/>
    <p:sldLayoutId id="2147484437" r:id="rId9"/>
    <p:sldLayoutId id="2147484438" r:id="rId10"/>
    <p:sldLayoutId id="214748443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6861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8611"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8612"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DA9E2F9F-0EEF-4C72-9042-DA9F06A07789}"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8613"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8614"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F839A48-A917-46CC-A2C7-092091932AB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861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8616"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68617" name="Group 9"/>
          <p:cNvGrpSpPr/>
          <p:nvPr/>
        </p:nvGrpSpPr>
        <p:grpSpPr>
          <a:xfrm rot="10800000">
            <a:off x="8367713" y="42863"/>
            <a:ext cx="762000" cy="685800"/>
            <a:chOff x="0" y="0"/>
            <a:chExt cx="546" cy="543"/>
          </a:xfrm>
        </p:grpSpPr>
        <p:sp>
          <p:nvSpPr>
            <p:cNvPr id="6862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2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2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2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2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2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68618"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19"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8620"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21"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68622"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6862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41" r:id="rId1"/>
    <p:sldLayoutId id="2147484442" r:id="rId2"/>
    <p:sldLayoutId id="2147484443" r:id="rId3"/>
    <p:sldLayoutId id="2147484444" r:id="rId4"/>
    <p:sldLayoutId id="2147484445" r:id="rId5"/>
    <p:sldLayoutId id="2147484446" r:id="rId6"/>
    <p:sldLayoutId id="2147484447" r:id="rId7"/>
    <p:sldLayoutId id="2147484448" r:id="rId8"/>
    <p:sldLayoutId id="2147484449" r:id="rId9"/>
    <p:sldLayoutId id="2147484450" r:id="rId10"/>
    <p:sldLayoutId id="214748445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69634"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69635"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69636"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69637" name="Line 26"/>
          <p:cNvCxnSpPr/>
          <p:nvPr/>
        </p:nvCxnSpPr>
        <p:spPr>
          <a:xfrm>
            <a:off x="0" y="3657600"/>
            <a:ext cx="9144000" cy="0"/>
          </a:xfrm>
          <a:prstGeom prst="line">
            <a:avLst/>
          </a:prstGeom>
          <a:noFill/>
          <a:ln w="38100">
            <a:solidFill>
              <a:srgbClr val="FFFFFF"/>
            </a:solidFill>
            <a:miter lim="800000"/>
          </a:ln>
        </p:spPr>
      </p:cxnSp>
      <p:cxnSp>
        <p:nvCxnSpPr>
          <p:cNvPr id="69638" name="Line 27"/>
          <p:cNvCxnSpPr/>
          <p:nvPr/>
        </p:nvCxnSpPr>
        <p:spPr>
          <a:xfrm>
            <a:off x="0" y="2590800"/>
            <a:ext cx="9144000" cy="0"/>
          </a:xfrm>
          <a:prstGeom prst="line">
            <a:avLst/>
          </a:prstGeom>
          <a:noFill/>
          <a:ln w="38100">
            <a:solidFill>
              <a:srgbClr val="FFFFFF"/>
            </a:solidFill>
            <a:miter lim="800000"/>
          </a:ln>
        </p:spPr>
      </p:cxnSp>
      <p:sp>
        <p:nvSpPr>
          <p:cNvPr id="69639"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69640"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69641" name="Line 34"/>
          <p:cNvCxnSpPr/>
          <p:nvPr/>
        </p:nvCxnSpPr>
        <p:spPr>
          <a:xfrm>
            <a:off x="0" y="2590800"/>
            <a:ext cx="9144000" cy="0"/>
          </a:xfrm>
          <a:prstGeom prst="line">
            <a:avLst/>
          </a:prstGeom>
          <a:noFill/>
          <a:ln w="38100">
            <a:solidFill>
              <a:srgbClr val="FFFFFF"/>
            </a:solidFill>
            <a:miter lim="800000"/>
          </a:ln>
        </p:spPr>
      </p:cxnSp>
      <p:sp>
        <p:nvSpPr>
          <p:cNvPr id="6964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6964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69644"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6576323-FA4E-4AC1-AAEA-95865A48A8F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69645"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69646"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BE03348-FA99-4F0E-8F51-8AA73D6A6126}"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69647"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53" r:id="rId1"/>
    <p:sldLayoutId id="2147484454" r:id="rId2"/>
    <p:sldLayoutId id="2147484455" r:id="rId3"/>
    <p:sldLayoutId id="2147484456" r:id="rId4"/>
    <p:sldLayoutId id="2147484457" r:id="rId5"/>
    <p:sldLayoutId id="2147484458" r:id="rId6"/>
    <p:sldLayoutId id="2147484459" r:id="rId7"/>
    <p:sldLayoutId id="2147484460" r:id="rId8"/>
    <p:sldLayoutId id="2147484461" r:id="rId9"/>
    <p:sldLayoutId id="2147484462" r:id="rId10"/>
    <p:sldLayoutId id="2147484463"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9635"/>
                                        </p:tgtEl>
                                        <p:attrNameLst>
                                          <p:attrName>style.visibility</p:attrName>
                                        </p:attrNameLst>
                                      </p:cBhvr>
                                      <p:to>
                                        <p:strVal val="visible"/>
                                      </p:to>
                                    </p:set>
                                    <p:animEffect transition="in" filter="wipe(up)">
                                      <p:cBhvr>
                                        <p:cTn id="7" dur="500" fill="hold"/>
                                        <p:tgtEl>
                                          <p:spTgt spid="696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065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065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0660" name="Group 4"/>
          <p:cNvGrpSpPr/>
          <p:nvPr/>
        </p:nvGrpSpPr>
        <p:grpSpPr>
          <a:xfrm rot="10800000">
            <a:off x="8367713" y="42863"/>
            <a:ext cx="762000" cy="685800"/>
            <a:chOff x="0" y="0"/>
            <a:chExt cx="546" cy="543"/>
          </a:xfrm>
        </p:grpSpPr>
        <p:sp>
          <p:nvSpPr>
            <p:cNvPr id="70670"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71"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72"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73"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74"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75"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066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6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066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6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6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066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066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0668"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F29D54EA-1B8D-4648-AB75-8025F9E72505}"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70669"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70676"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65" r:id="rId1"/>
    <p:sldLayoutId id="2147484466" r:id="rId2"/>
    <p:sldLayoutId id="2147484467" r:id="rId3"/>
    <p:sldLayoutId id="2147484468" r:id="rId4"/>
    <p:sldLayoutId id="2147484469" r:id="rId5"/>
    <p:sldLayoutId id="2147484470" r:id="rId6"/>
    <p:sldLayoutId id="2147484471" r:id="rId7"/>
    <p:sldLayoutId id="2147484472" r:id="rId8"/>
    <p:sldLayoutId id="2147484473" r:id="rId9"/>
    <p:sldLayoutId id="2147484474" r:id="rId10"/>
    <p:sldLayoutId id="214748447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168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168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1684" name="Group 4"/>
          <p:cNvGrpSpPr/>
          <p:nvPr/>
        </p:nvGrpSpPr>
        <p:grpSpPr>
          <a:xfrm rot="10800000">
            <a:off x="8367713" y="42863"/>
            <a:ext cx="762000" cy="685800"/>
            <a:chOff x="0" y="0"/>
            <a:chExt cx="546" cy="543"/>
          </a:xfrm>
        </p:grpSpPr>
        <p:sp>
          <p:nvSpPr>
            <p:cNvPr id="7169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9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9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9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9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9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168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8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168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8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8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169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169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1692"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339902-15FF-46DB-8A1D-9858B17CD1D9}"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7169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77" r:id="rId1"/>
    <p:sldLayoutId id="2147484478" r:id="rId2"/>
    <p:sldLayoutId id="2147484479" r:id="rId3"/>
    <p:sldLayoutId id="2147484480" r:id="rId4"/>
    <p:sldLayoutId id="2147484481" r:id="rId5"/>
    <p:sldLayoutId id="2147484482" r:id="rId6"/>
    <p:sldLayoutId id="2147484483" r:id="rId7"/>
    <p:sldLayoutId id="2147484484" r:id="rId8"/>
    <p:sldLayoutId id="2147484485" r:id="rId9"/>
    <p:sldLayoutId id="2147484486" r:id="rId10"/>
    <p:sldLayoutId id="214748448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270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270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2708" name="Group 4"/>
          <p:cNvGrpSpPr/>
          <p:nvPr/>
        </p:nvGrpSpPr>
        <p:grpSpPr>
          <a:xfrm rot="10800000">
            <a:off x="8367713" y="42863"/>
            <a:ext cx="762000" cy="685800"/>
            <a:chOff x="0" y="0"/>
            <a:chExt cx="546" cy="543"/>
          </a:xfrm>
        </p:grpSpPr>
        <p:sp>
          <p:nvSpPr>
            <p:cNvPr id="7271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1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1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2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2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2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270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1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271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1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1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271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271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2716"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7FF3825-6D54-4D56-920F-898EB3A498A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7272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489" r:id="rId1"/>
    <p:sldLayoutId id="2147484490" r:id="rId2"/>
    <p:sldLayoutId id="2147484491" r:id="rId3"/>
    <p:sldLayoutId id="2147484492" r:id="rId4"/>
    <p:sldLayoutId id="2147484493" r:id="rId5"/>
    <p:sldLayoutId id="2147484494" r:id="rId6"/>
    <p:sldLayoutId id="2147484495" r:id="rId7"/>
    <p:sldLayoutId id="2147484496" r:id="rId8"/>
    <p:sldLayoutId id="2147484497" r:id="rId9"/>
    <p:sldLayoutId id="2147484498" r:id="rId10"/>
    <p:sldLayoutId id="214748449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373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373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3732" name="Group 4"/>
          <p:cNvGrpSpPr/>
          <p:nvPr/>
        </p:nvGrpSpPr>
        <p:grpSpPr>
          <a:xfrm rot="10800000">
            <a:off x="8367713" y="42863"/>
            <a:ext cx="762000" cy="685800"/>
            <a:chOff x="0" y="0"/>
            <a:chExt cx="546" cy="543"/>
          </a:xfrm>
        </p:grpSpPr>
        <p:sp>
          <p:nvSpPr>
            <p:cNvPr id="7374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4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4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4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4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4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373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3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373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3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3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373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373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3740"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B468970-88B2-401C-8D2D-DD1751DAF1CC}"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7374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01" r:id="rId1"/>
    <p:sldLayoutId id="2147484502" r:id="rId2"/>
    <p:sldLayoutId id="2147484503" r:id="rId3"/>
    <p:sldLayoutId id="2147484504" r:id="rId4"/>
    <p:sldLayoutId id="2147484505" r:id="rId5"/>
    <p:sldLayoutId id="2147484506" r:id="rId6"/>
    <p:sldLayoutId id="2147484507" r:id="rId7"/>
    <p:sldLayoutId id="2147484508" r:id="rId8"/>
    <p:sldLayoutId id="2147484509" r:id="rId9"/>
    <p:sldLayoutId id="2147484510" r:id="rId10"/>
    <p:sldLayoutId id="214748451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475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475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4756" name="Group 4"/>
          <p:cNvGrpSpPr/>
          <p:nvPr/>
        </p:nvGrpSpPr>
        <p:grpSpPr>
          <a:xfrm rot="10800000">
            <a:off x="8367713" y="42863"/>
            <a:ext cx="762000" cy="685800"/>
            <a:chOff x="0" y="0"/>
            <a:chExt cx="546" cy="543"/>
          </a:xfrm>
        </p:grpSpPr>
        <p:sp>
          <p:nvSpPr>
            <p:cNvPr id="7476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6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6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6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6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7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475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5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475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6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6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476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476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4764"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D2B02EA-3FF7-4083-ACD1-E30F7DAD18DE}"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7477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13" r:id="rId1"/>
    <p:sldLayoutId id="2147484514" r:id="rId2"/>
    <p:sldLayoutId id="2147484515" r:id="rId3"/>
    <p:sldLayoutId id="2147484516" r:id="rId4"/>
    <p:sldLayoutId id="2147484517" r:id="rId5"/>
    <p:sldLayoutId id="2147484518" r:id="rId6"/>
    <p:sldLayoutId id="2147484519" r:id="rId7"/>
    <p:sldLayoutId id="2147484520" r:id="rId8"/>
    <p:sldLayoutId id="2147484521" r:id="rId9"/>
    <p:sldLayoutId id="2147484522" r:id="rId10"/>
    <p:sldLayoutId id="214748452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577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5779"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5780"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8A78B1E-0E50-45A8-B400-53E9CEAACDA3}"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75781"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5782"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FFF10FC-8547-44BC-B413-497F3B29851B}"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7578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5784"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75785" name="Group 9"/>
          <p:cNvGrpSpPr/>
          <p:nvPr/>
        </p:nvGrpSpPr>
        <p:grpSpPr>
          <a:xfrm rot="10800000">
            <a:off x="8367713" y="42863"/>
            <a:ext cx="762000" cy="685800"/>
            <a:chOff x="0" y="0"/>
            <a:chExt cx="546" cy="543"/>
          </a:xfrm>
        </p:grpSpPr>
        <p:sp>
          <p:nvSpPr>
            <p:cNvPr id="7579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9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9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9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9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9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5786"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87"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5788"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89"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5790"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7579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25" r:id="rId1"/>
    <p:sldLayoutId id="2147484526" r:id="rId2"/>
    <p:sldLayoutId id="2147484527" r:id="rId3"/>
    <p:sldLayoutId id="2147484528" r:id="rId4"/>
    <p:sldLayoutId id="2147484529" r:id="rId5"/>
    <p:sldLayoutId id="2147484530" r:id="rId6"/>
    <p:sldLayoutId id="2147484531" r:id="rId7"/>
    <p:sldLayoutId id="2147484532" r:id="rId8"/>
    <p:sldLayoutId id="2147484533" r:id="rId9"/>
    <p:sldLayoutId id="2147484534" r:id="rId10"/>
    <p:sldLayoutId id="214748453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76802"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76803"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76804"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76805" name="Line 26"/>
          <p:cNvCxnSpPr/>
          <p:nvPr/>
        </p:nvCxnSpPr>
        <p:spPr>
          <a:xfrm>
            <a:off x="0" y="3657600"/>
            <a:ext cx="9144000" cy="0"/>
          </a:xfrm>
          <a:prstGeom prst="line">
            <a:avLst/>
          </a:prstGeom>
          <a:noFill/>
          <a:ln w="38100">
            <a:solidFill>
              <a:srgbClr val="FFFFFF"/>
            </a:solidFill>
            <a:miter lim="800000"/>
          </a:ln>
        </p:spPr>
      </p:cxnSp>
      <p:cxnSp>
        <p:nvCxnSpPr>
          <p:cNvPr id="76806" name="Line 27"/>
          <p:cNvCxnSpPr/>
          <p:nvPr/>
        </p:nvCxnSpPr>
        <p:spPr>
          <a:xfrm>
            <a:off x="0" y="2590800"/>
            <a:ext cx="9144000" cy="0"/>
          </a:xfrm>
          <a:prstGeom prst="line">
            <a:avLst/>
          </a:prstGeom>
          <a:noFill/>
          <a:ln w="38100">
            <a:solidFill>
              <a:srgbClr val="FFFFFF"/>
            </a:solidFill>
            <a:miter lim="800000"/>
          </a:ln>
        </p:spPr>
      </p:cxnSp>
      <p:sp>
        <p:nvSpPr>
          <p:cNvPr id="76807"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6808"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76809" name="Line 34"/>
          <p:cNvCxnSpPr/>
          <p:nvPr/>
        </p:nvCxnSpPr>
        <p:spPr>
          <a:xfrm>
            <a:off x="0" y="2590800"/>
            <a:ext cx="9144000" cy="0"/>
          </a:xfrm>
          <a:prstGeom prst="line">
            <a:avLst/>
          </a:prstGeom>
          <a:noFill/>
          <a:ln w="38100">
            <a:solidFill>
              <a:srgbClr val="FFFFFF"/>
            </a:solidFill>
            <a:miter lim="800000"/>
          </a:ln>
        </p:spPr>
      </p:cxnSp>
      <p:sp>
        <p:nvSpPr>
          <p:cNvPr id="7681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681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6812"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2DFFCAD-1552-4301-8B35-C0EA5F2C92D7}"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76813"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76814"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13FBB7C-C750-4BCC-A83A-B30A212BDBC5}"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76815"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37" r:id="rId1"/>
    <p:sldLayoutId id="2147484538" r:id="rId2"/>
    <p:sldLayoutId id="2147484539" r:id="rId3"/>
    <p:sldLayoutId id="2147484540" r:id="rId4"/>
    <p:sldLayoutId id="2147484541" r:id="rId5"/>
    <p:sldLayoutId id="2147484542" r:id="rId6"/>
    <p:sldLayoutId id="2147484543" r:id="rId7"/>
    <p:sldLayoutId id="2147484544" r:id="rId8"/>
    <p:sldLayoutId id="2147484545" r:id="rId9"/>
    <p:sldLayoutId id="2147484546" r:id="rId10"/>
    <p:sldLayoutId id="2147484547"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76803"/>
                                        </p:tgtEl>
                                        <p:attrNameLst>
                                          <p:attrName>style.visibility</p:attrName>
                                        </p:attrNameLst>
                                      </p:cBhvr>
                                      <p:to>
                                        <p:strVal val="visible"/>
                                      </p:to>
                                    </p:set>
                                    <p:animEffect transition="in" filter="wipe(up)">
                                      <p:cBhvr>
                                        <p:cTn id="7" dur="500" fill="hold"/>
                                        <p:tgtEl>
                                          <p:spTgt spid="768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782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782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7828" name="Group 4"/>
          <p:cNvGrpSpPr/>
          <p:nvPr/>
        </p:nvGrpSpPr>
        <p:grpSpPr>
          <a:xfrm rot="10800000">
            <a:off x="8367713" y="42863"/>
            <a:ext cx="762000" cy="685800"/>
            <a:chOff x="0" y="0"/>
            <a:chExt cx="546" cy="543"/>
          </a:xfrm>
        </p:grpSpPr>
        <p:sp>
          <p:nvSpPr>
            <p:cNvPr id="77838"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39"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40"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41"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42"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43"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782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3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783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3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3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783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783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783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E98F2F54-C903-4D4D-9868-931CDB31B6FF}"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7783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77844"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49" r:id="rId1"/>
    <p:sldLayoutId id="2147484550" r:id="rId2"/>
    <p:sldLayoutId id="2147484551" r:id="rId3"/>
    <p:sldLayoutId id="2147484552" r:id="rId4"/>
    <p:sldLayoutId id="2147484553" r:id="rId5"/>
    <p:sldLayoutId id="2147484554" r:id="rId6"/>
    <p:sldLayoutId id="2147484555" r:id="rId7"/>
    <p:sldLayoutId id="2147484556" r:id="rId8"/>
    <p:sldLayoutId id="2147484557" r:id="rId9"/>
    <p:sldLayoutId id="2147484558" r:id="rId10"/>
    <p:sldLayoutId id="214748455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885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885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8852" name="Group 4"/>
          <p:cNvGrpSpPr/>
          <p:nvPr/>
        </p:nvGrpSpPr>
        <p:grpSpPr>
          <a:xfrm rot="10800000">
            <a:off x="8367713" y="42863"/>
            <a:ext cx="762000" cy="685800"/>
            <a:chOff x="0" y="0"/>
            <a:chExt cx="546" cy="543"/>
          </a:xfrm>
        </p:grpSpPr>
        <p:sp>
          <p:nvSpPr>
            <p:cNvPr id="7886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6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6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6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6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6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885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5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885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5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5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885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885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8860"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966BABB6-642D-4514-9B36-9AEF2DFD0B3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7886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61" r:id="rId1"/>
    <p:sldLayoutId id="2147484562" r:id="rId2"/>
    <p:sldLayoutId id="2147484563" r:id="rId3"/>
    <p:sldLayoutId id="2147484564" r:id="rId4"/>
    <p:sldLayoutId id="2147484565" r:id="rId5"/>
    <p:sldLayoutId id="2147484566" r:id="rId6"/>
    <p:sldLayoutId id="2147484567" r:id="rId7"/>
    <p:sldLayoutId id="2147484568" r:id="rId8"/>
    <p:sldLayoutId id="2147484569" r:id="rId9"/>
    <p:sldLayoutId id="2147484570" r:id="rId10"/>
    <p:sldLayoutId id="214748457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7987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987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79876" name="Group 4"/>
          <p:cNvGrpSpPr/>
          <p:nvPr/>
        </p:nvGrpSpPr>
        <p:grpSpPr>
          <a:xfrm rot="10800000">
            <a:off x="8367713" y="42863"/>
            <a:ext cx="762000" cy="685800"/>
            <a:chOff x="0" y="0"/>
            <a:chExt cx="546" cy="543"/>
          </a:xfrm>
        </p:grpSpPr>
        <p:sp>
          <p:nvSpPr>
            <p:cNvPr id="7988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8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8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8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8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9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7987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7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7987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8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8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7988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7988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79884"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89C936A-DB83-40AD-9095-267657E94E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7989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73" r:id="rId1"/>
    <p:sldLayoutId id="2147484574" r:id="rId2"/>
    <p:sldLayoutId id="2147484575" r:id="rId3"/>
    <p:sldLayoutId id="2147484576" r:id="rId4"/>
    <p:sldLayoutId id="2147484577" r:id="rId5"/>
    <p:sldLayoutId id="2147484578" r:id="rId6"/>
    <p:sldLayoutId id="2147484579" r:id="rId7"/>
    <p:sldLayoutId id="2147484580" r:id="rId8"/>
    <p:sldLayoutId id="2147484581" r:id="rId9"/>
    <p:sldLayoutId id="2147484582" r:id="rId10"/>
    <p:sldLayoutId id="214748458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089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089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80900" name="Group 4"/>
          <p:cNvGrpSpPr/>
          <p:nvPr/>
        </p:nvGrpSpPr>
        <p:grpSpPr>
          <a:xfrm rot="10800000">
            <a:off x="8367713" y="42863"/>
            <a:ext cx="762000" cy="685800"/>
            <a:chOff x="0" y="0"/>
            <a:chExt cx="546" cy="543"/>
          </a:xfrm>
        </p:grpSpPr>
        <p:sp>
          <p:nvSpPr>
            <p:cNvPr id="8090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1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1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1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1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1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090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0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090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0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0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090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090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0908"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B18A8BC-8A2D-4CAB-92BB-BDFC45CF4B36}"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8091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85" r:id="rId1"/>
    <p:sldLayoutId id="2147484586" r:id="rId2"/>
    <p:sldLayoutId id="2147484587" r:id="rId3"/>
    <p:sldLayoutId id="2147484588" r:id="rId4"/>
    <p:sldLayoutId id="2147484589" r:id="rId5"/>
    <p:sldLayoutId id="2147484590" r:id="rId6"/>
    <p:sldLayoutId id="2147484591" r:id="rId7"/>
    <p:sldLayoutId id="2147484592" r:id="rId8"/>
    <p:sldLayoutId id="2147484593" r:id="rId9"/>
    <p:sldLayoutId id="2147484594" r:id="rId10"/>
    <p:sldLayoutId id="214748459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192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192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81924" name="Group 4"/>
          <p:cNvGrpSpPr/>
          <p:nvPr/>
        </p:nvGrpSpPr>
        <p:grpSpPr>
          <a:xfrm rot="10800000">
            <a:off x="8367713" y="42863"/>
            <a:ext cx="762000" cy="685800"/>
            <a:chOff x="0" y="0"/>
            <a:chExt cx="546" cy="543"/>
          </a:xfrm>
        </p:grpSpPr>
        <p:sp>
          <p:nvSpPr>
            <p:cNvPr id="8193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3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3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3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3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3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192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2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192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2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2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193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193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1932"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3992609-BA1F-46FE-B159-4351F5395F0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8193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597" r:id="rId1"/>
    <p:sldLayoutId id="2147484598" r:id="rId2"/>
    <p:sldLayoutId id="2147484599" r:id="rId3"/>
    <p:sldLayoutId id="2147484600" r:id="rId4"/>
    <p:sldLayoutId id="2147484601" r:id="rId5"/>
    <p:sldLayoutId id="2147484602" r:id="rId6"/>
    <p:sldLayoutId id="2147484603" r:id="rId7"/>
    <p:sldLayoutId id="2147484604" r:id="rId8"/>
    <p:sldLayoutId id="2147484605" r:id="rId9"/>
    <p:sldLayoutId id="2147484606" r:id="rId10"/>
    <p:sldLayoutId id="214748460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294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2947"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2948"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114E0FA0-19F0-49B7-A786-432B5E181BB8}"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2949"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82950"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1499BEC-3677-4253-BE5B-78C1A5C59727}"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295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2952"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82953" name="Group 9"/>
          <p:cNvGrpSpPr/>
          <p:nvPr/>
        </p:nvGrpSpPr>
        <p:grpSpPr>
          <a:xfrm rot="10800000">
            <a:off x="8367713" y="42863"/>
            <a:ext cx="762000" cy="685800"/>
            <a:chOff x="0" y="0"/>
            <a:chExt cx="546" cy="543"/>
          </a:xfrm>
        </p:grpSpPr>
        <p:sp>
          <p:nvSpPr>
            <p:cNvPr id="8295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6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6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6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6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6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2954"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55"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2956"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57"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2958"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8296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09" r:id="rId1"/>
    <p:sldLayoutId id="2147484610" r:id="rId2"/>
    <p:sldLayoutId id="2147484611" r:id="rId3"/>
    <p:sldLayoutId id="2147484612" r:id="rId4"/>
    <p:sldLayoutId id="2147484613" r:id="rId5"/>
    <p:sldLayoutId id="2147484614" r:id="rId6"/>
    <p:sldLayoutId id="2147484615" r:id="rId7"/>
    <p:sldLayoutId id="2147484616" r:id="rId8"/>
    <p:sldLayoutId id="2147484617" r:id="rId9"/>
    <p:sldLayoutId id="2147484618" r:id="rId10"/>
    <p:sldLayoutId id="214748461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83970"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83971"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83972"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83973" name="Line 26"/>
          <p:cNvCxnSpPr/>
          <p:nvPr/>
        </p:nvCxnSpPr>
        <p:spPr>
          <a:xfrm>
            <a:off x="0" y="3657600"/>
            <a:ext cx="9144000" cy="0"/>
          </a:xfrm>
          <a:prstGeom prst="line">
            <a:avLst/>
          </a:prstGeom>
          <a:noFill/>
          <a:ln w="38100">
            <a:solidFill>
              <a:srgbClr val="FFFFFF"/>
            </a:solidFill>
            <a:miter lim="800000"/>
          </a:ln>
        </p:spPr>
      </p:cxnSp>
      <p:cxnSp>
        <p:nvCxnSpPr>
          <p:cNvPr id="83974" name="Line 27"/>
          <p:cNvCxnSpPr/>
          <p:nvPr/>
        </p:nvCxnSpPr>
        <p:spPr>
          <a:xfrm>
            <a:off x="0" y="2590800"/>
            <a:ext cx="9144000" cy="0"/>
          </a:xfrm>
          <a:prstGeom prst="line">
            <a:avLst/>
          </a:prstGeom>
          <a:noFill/>
          <a:ln w="38100">
            <a:solidFill>
              <a:srgbClr val="FFFFFF"/>
            </a:solidFill>
            <a:miter lim="800000"/>
          </a:ln>
        </p:spPr>
      </p:cxnSp>
      <p:sp>
        <p:nvSpPr>
          <p:cNvPr id="83975"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3976"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83977" name="Line 34"/>
          <p:cNvCxnSpPr/>
          <p:nvPr/>
        </p:nvCxnSpPr>
        <p:spPr>
          <a:xfrm>
            <a:off x="0" y="2590800"/>
            <a:ext cx="9144000" cy="0"/>
          </a:xfrm>
          <a:prstGeom prst="line">
            <a:avLst/>
          </a:prstGeom>
          <a:noFill/>
          <a:ln w="38100">
            <a:solidFill>
              <a:srgbClr val="FFFFFF"/>
            </a:solidFill>
            <a:miter lim="800000"/>
          </a:ln>
        </p:spPr>
      </p:cxnSp>
      <p:sp>
        <p:nvSpPr>
          <p:cNvPr id="8397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397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3980"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CB677EAA-FB48-4C65-A47D-9E5FF53269B4}"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3981"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83982"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8707819-4F23-42BA-9522-21B4DF9E4A63}"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83983"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83971"/>
                                        </p:tgtEl>
                                        <p:attrNameLst>
                                          <p:attrName>style.visibility</p:attrName>
                                        </p:attrNameLst>
                                      </p:cBhvr>
                                      <p:to>
                                        <p:strVal val="visible"/>
                                      </p:to>
                                    </p:set>
                                    <p:animEffect transition="in" filter="wipe(up)">
                                      <p:cBhvr>
                                        <p:cTn id="7" dur="500" fill="hold"/>
                                        <p:tgtEl>
                                          <p:spTgt spid="839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499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499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84996" name="Group 4"/>
          <p:cNvGrpSpPr/>
          <p:nvPr/>
        </p:nvGrpSpPr>
        <p:grpSpPr>
          <a:xfrm rot="10800000">
            <a:off x="8367713" y="42863"/>
            <a:ext cx="762000" cy="685800"/>
            <a:chOff x="0" y="0"/>
            <a:chExt cx="546" cy="543"/>
          </a:xfrm>
        </p:grpSpPr>
        <p:sp>
          <p:nvSpPr>
            <p:cNvPr id="85006"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07"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08"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09"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10"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11"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499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499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499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0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0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500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500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5004"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70C6740C-94B2-461F-A4AA-6CA5A103060A}"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85005"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85012"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33" r:id="rId1"/>
    <p:sldLayoutId id="2147484634" r:id="rId2"/>
    <p:sldLayoutId id="2147484635" r:id="rId3"/>
    <p:sldLayoutId id="2147484636" r:id="rId4"/>
    <p:sldLayoutId id="2147484637" r:id="rId5"/>
    <p:sldLayoutId id="2147484638" r:id="rId6"/>
    <p:sldLayoutId id="2147484639" r:id="rId7"/>
    <p:sldLayoutId id="2147484640" r:id="rId8"/>
    <p:sldLayoutId id="2147484641" r:id="rId9"/>
    <p:sldLayoutId id="2147484642" r:id="rId10"/>
    <p:sldLayoutId id="214748464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601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601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86020" name="Group 4"/>
          <p:cNvGrpSpPr/>
          <p:nvPr/>
        </p:nvGrpSpPr>
        <p:grpSpPr>
          <a:xfrm rot="10800000">
            <a:off x="8367713" y="42863"/>
            <a:ext cx="762000" cy="685800"/>
            <a:chOff x="0" y="0"/>
            <a:chExt cx="546" cy="543"/>
          </a:xfrm>
        </p:grpSpPr>
        <p:sp>
          <p:nvSpPr>
            <p:cNvPr id="8602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3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3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3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3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3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602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2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602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2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2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602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602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6028"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E482B22-7E65-47C0-8454-8425AE2D5E60}"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8603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45" r:id="rId1"/>
    <p:sldLayoutId id="2147484646" r:id="rId2"/>
    <p:sldLayoutId id="2147484647" r:id="rId3"/>
    <p:sldLayoutId id="2147484648" r:id="rId4"/>
    <p:sldLayoutId id="2147484649" r:id="rId5"/>
    <p:sldLayoutId id="2147484650" r:id="rId6"/>
    <p:sldLayoutId id="2147484651" r:id="rId7"/>
    <p:sldLayoutId id="2147484652" r:id="rId8"/>
    <p:sldLayoutId id="2147484653" r:id="rId9"/>
    <p:sldLayoutId id="2147484654" r:id="rId10"/>
    <p:sldLayoutId id="214748465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704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704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87044" name="Group 4"/>
          <p:cNvGrpSpPr/>
          <p:nvPr/>
        </p:nvGrpSpPr>
        <p:grpSpPr>
          <a:xfrm rot="10800000">
            <a:off x="8367713" y="42863"/>
            <a:ext cx="762000" cy="685800"/>
            <a:chOff x="0" y="0"/>
            <a:chExt cx="546" cy="543"/>
          </a:xfrm>
        </p:grpSpPr>
        <p:sp>
          <p:nvSpPr>
            <p:cNvPr id="87053"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54"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55"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56"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57"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58"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704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4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704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4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4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705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705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7052"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9BF1C58-217C-417B-A87B-67CFB6B1D1FA}"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87059"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806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806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88068" name="Group 4"/>
          <p:cNvGrpSpPr/>
          <p:nvPr/>
        </p:nvGrpSpPr>
        <p:grpSpPr>
          <a:xfrm rot="10800000">
            <a:off x="8367713" y="42863"/>
            <a:ext cx="762000" cy="685800"/>
            <a:chOff x="0" y="0"/>
            <a:chExt cx="546" cy="543"/>
          </a:xfrm>
        </p:grpSpPr>
        <p:sp>
          <p:nvSpPr>
            <p:cNvPr id="8807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7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7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8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8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8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806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7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807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7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7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807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807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8076"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069DF7F-B1B2-4929-9FB9-9D333A2363C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8808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8909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909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89092" name="Group 4"/>
          <p:cNvGrpSpPr/>
          <p:nvPr/>
        </p:nvGrpSpPr>
        <p:grpSpPr>
          <a:xfrm rot="10800000">
            <a:off x="8367713" y="42863"/>
            <a:ext cx="762000" cy="685800"/>
            <a:chOff x="0" y="0"/>
            <a:chExt cx="546" cy="543"/>
          </a:xfrm>
        </p:grpSpPr>
        <p:sp>
          <p:nvSpPr>
            <p:cNvPr id="8910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10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10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10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10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10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8909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09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8909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09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09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8909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8909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89100"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5FBAB60C-B7F8-415B-B60A-579258D9BDA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8910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9011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0115"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011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93F762F1-30A6-4785-8CAE-650042C9DD32}"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9011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0118" name="Rectangle 6"/>
          <p:cNvSpPr>
            <a:spLocks noGrp="1" noChangeArrowheads="1"/>
          </p:cNvSpPr>
          <p:nvPr>
            <p:ph type="sldNum" sz="quarter" idx="4"/>
          </p:nvPr>
        </p:nvSpPr>
        <p:spPr bwMode="auto">
          <a:xfrm>
            <a:off x="6434138"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1DDCB869-5D30-4004-92F7-8AE5108520A2}"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9011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0120"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grpSp>
        <p:nvGrpSpPr>
          <p:cNvPr id="90121" name="Group 9"/>
          <p:cNvGrpSpPr/>
          <p:nvPr/>
        </p:nvGrpSpPr>
        <p:grpSpPr>
          <a:xfrm rot="10800000">
            <a:off x="8367713" y="42863"/>
            <a:ext cx="762000" cy="685800"/>
            <a:chOff x="0" y="0"/>
            <a:chExt cx="546" cy="543"/>
          </a:xfrm>
        </p:grpSpPr>
        <p:sp>
          <p:nvSpPr>
            <p:cNvPr id="9012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2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2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3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3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3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90122"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23"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0124"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25"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0126"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pic>
        <p:nvPicPr>
          <p:cNvPr id="9013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693" r:id="rId1"/>
    <p:sldLayoutId id="2147484694" r:id="rId2"/>
    <p:sldLayoutId id="2147484695" r:id="rId3"/>
    <p:sldLayoutId id="2147484696" r:id="rId4"/>
    <p:sldLayoutId id="2147484697" r:id="rId5"/>
    <p:sldLayoutId id="2147484698" r:id="rId6"/>
    <p:sldLayoutId id="2147484699" r:id="rId7"/>
    <p:sldLayoutId id="2147484700" r:id="rId8"/>
    <p:sldLayoutId id="2147484701" r:id="rId9"/>
    <p:sldLayoutId id="2147484702" r:id="rId10"/>
    <p:sldLayoutId id="214748470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pic>
        <p:nvPicPr>
          <p:cNvPr id="91138" name="Picture 10"/>
          <p:cNvPicPr>
            <a:picLocks noChangeAspect="1"/>
          </p:cNvPicPr>
          <p:nvPr/>
        </p:nvPicPr>
        <p:blipFill>
          <a:blip r:embed="rId13"/>
          <a:stretch>
            <a:fillRect/>
          </a:stretch>
        </p:blipFill>
        <p:spPr>
          <a:xfrm>
            <a:off x="0" y="0"/>
            <a:ext cx="9144000" cy="6858000"/>
          </a:xfrm>
          <a:prstGeom prst="rect">
            <a:avLst/>
          </a:prstGeom>
          <a:noFill/>
          <a:ln>
            <a:noFill/>
            <a:miter lim="800000"/>
            <a:headEnd/>
            <a:tailEnd/>
          </a:ln>
        </p:spPr>
      </p:pic>
      <p:pic>
        <p:nvPicPr>
          <p:cNvPr id="91139" name="Picture 12" descr="a_1"/>
          <p:cNvPicPr>
            <a:picLocks noChangeAspect="1"/>
          </p:cNvPicPr>
          <p:nvPr/>
        </p:nvPicPr>
        <p:blipFill>
          <a:blip r:embed="rId14"/>
          <a:srcRect l="2174"/>
          <a:stretch>
            <a:fillRect/>
          </a:stretch>
        </p:blipFill>
        <p:spPr>
          <a:xfrm>
            <a:off x="0" y="0"/>
            <a:ext cx="9144000" cy="5308600"/>
          </a:xfrm>
          <a:prstGeom prst="rect">
            <a:avLst/>
          </a:prstGeom>
          <a:noFill/>
          <a:ln>
            <a:noFill/>
            <a:miter lim="800000"/>
            <a:headEnd/>
            <a:tailEnd/>
          </a:ln>
        </p:spPr>
      </p:pic>
      <p:sp>
        <p:nvSpPr>
          <p:cNvPr id="91140"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91141" name="Line 26"/>
          <p:cNvCxnSpPr/>
          <p:nvPr/>
        </p:nvCxnSpPr>
        <p:spPr>
          <a:xfrm>
            <a:off x="0" y="3657600"/>
            <a:ext cx="9144000" cy="0"/>
          </a:xfrm>
          <a:prstGeom prst="line">
            <a:avLst/>
          </a:prstGeom>
          <a:noFill/>
          <a:ln w="38100">
            <a:solidFill>
              <a:srgbClr val="FFFFFF"/>
            </a:solidFill>
            <a:miter lim="800000"/>
          </a:ln>
        </p:spPr>
      </p:cxnSp>
      <p:cxnSp>
        <p:nvCxnSpPr>
          <p:cNvPr id="91142" name="Line 27"/>
          <p:cNvCxnSpPr/>
          <p:nvPr/>
        </p:nvCxnSpPr>
        <p:spPr>
          <a:xfrm>
            <a:off x="0" y="2590800"/>
            <a:ext cx="9144000" cy="0"/>
          </a:xfrm>
          <a:prstGeom prst="line">
            <a:avLst/>
          </a:prstGeom>
          <a:noFill/>
          <a:ln w="38100">
            <a:solidFill>
              <a:srgbClr val="FFFFFF"/>
            </a:solidFill>
            <a:miter lim="800000"/>
          </a:ln>
        </p:spPr>
      </p:cxnSp>
      <p:sp>
        <p:nvSpPr>
          <p:cNvPr id="91143"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1144"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91145" name="Line 34"/>
          <p:cNvCxnSpPr/>
          <p:nvPr/>
        </p:nvCxnSpPr>
        <p:spPr>
          <a:xfrm>
            <a:off x="0" y="2590800"/>
            <a:ext cx="9144000" cy="0"/>
          </a:xfrm>
          <a:prstGeom prst="line">
            <a:avLst/>
          </a:prstGeom>
          <a:noFill/>
          <a:ln w="38100">
            <a:solidFill>
              <a:srgbClr val="FFFFFF"/>
            </a:solidFill>
            <a:miter lim="800000"/>
          </a:ln>
        </p:spPr>
      </p:cxnSp>
      <p:sp>
        <p:nvSpPr>
          <p:cNvPr id="9114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114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1148"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21A78C32-E8E9-4D92-9FA4-BA3F43E47B5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91149"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1150"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A7DD55FC-737A-408C-A6FC-A3BA4F9F0811}"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91151" name="图片 1073743875" descr="学科网 zxxk.com"/>
          <p:cNvPicPr>
            <a:picLocks noChangeAspect="1"/>
          </p:cNvPicPr>
          <p:nvPr/>
        </p:nvPicPr>
        <p:blipFill>
          <a:blip r:embed="rId15" r:link="rId16"/>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91139"/>
                                        </p:tgtEl>
                                        <p:attrNameLst>
                                          <p:attrName>style.visibility</p:attrName>
                                        </p:attrNameLst>
                                      </p:cBhvr>
                                      <p:to>
                                        <p:strVal val="visible"/>
                                      </p:to>
                                    </p:set>
                                    <p:animEffect transition="in" filter="wipe(up)">
                                      <p:cBhvr>
                                        <p:cTn id="7" dur="500" fill="hold"/>
                                        <p:tgtEl>
                                          <p:spTgt spid="91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92162"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2163"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92164" name="Group 4"/>
          <p:cNvGrpSpPr/>
          <p:nvPr/>
        </p:nvGrpSpPr>
        <p:grpSpPr>
          <a:xfrm rot="10800000">
            <a:off x="8367713" y="42863"/>
            <a:ext cx="762000" cy="685800"/>
            <a:chOff x="0" y="0"/>
            <a:chExt cx="546" cy="543"/>
          </a:xfrm>
        </p:grpSpPr>
        <p:sp>
          <p:nvSpPr>
            <p:cNvPr id="92174"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75"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76"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77"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78"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79"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92165"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66"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2167"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68"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69"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217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217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2172"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87F08D9E-DE99-4920-BDEC-842C4022387C}"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92173"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92180"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17" r:id="rId1"/>
    <p:sldLayoutId id="2147484718" r:id="rId2"/>
    <p:sldLayoutId id="2147484719" r:id="rId3"/>
    <p:sldLayoutId id="2147484720" r:id="rId4"/>
    <p:sldLayoutId id="2147484721" r:id="rId5"/>
    <p:sldLayoutId id="2147484722" r:id="rId6"/>
    <p:sldLayoutId id="2147484723" r:id="rId7"/>
    <p:sldLayoutId id="2147484724" r:id="rId8"/>
    <p:sldLayoutId id="2147484725" r:id="rId9"/>
    <p:sldLayoutId id="2147484726" r:id="rId10"/>
    <p:sldLayoutId id="2147484727"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9318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318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93188" name="Group 4"/>
          <p:cNvGrpSpPr/>
          <p:nvPr/>
        </p:nvGrpSpPr>
        <p:grpSpPr>
          <a:xfrm rot="10800000">
            <a:off x="8367713" y="42863"/>
            <a:ext cx="762000" cy="685800"/>
            <a:chOff x="0" y="0"/>
            <a:chExt cx="546" cy="543"/>
          </a:xfrm>
        </p:grpSpPr>
        <p:sp>
          <p:nvSpPr>
            <p:cNvPr id="93197"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198"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199"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200"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201"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202"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9318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19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319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19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19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319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319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3196" name="灯片编号占位符 5"/>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8D63BEB2-C54C-416C-84FB-B03EC799CE9F}"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93203"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29" r:id="rId1"/>
    <p:sldLayoutId id="2147484730" r:id="rId2"/>
    <p:sldLayoutId id="2147484731" r:id="rId3"/>
    <p:sldLayoutId id="2147484732" r:id="rId4"/>
    <p:sldLayoutId id="2147484733" r:id="rId5"/>
    <p:sldLayoutId id="2147484734" r:id="rId6"/>
    <p:sldLayoutId id="2147484735" r:id="rId7"/>
    <p:sldLayoutId id="2147484736" r:id="rId8"/>
    <p:sldLayoutId id="2147484737" r:id="rId9"/>
    <p:sldLayoutId id="2147484738" r:id="rId10"/>
    <p:sldLayoutId id="214748473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94210"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4211"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94212" name="Group 4"/>
          <p:cNvGrpSpPr/>
          <p:nvPr/>
        </p:nvGrpSpPr>
        <p:grpSpPr>
          <a:xfrm rot="10800000">
            <a:off x="8367713" y="42863"/>
            <a:ext cx="762000" cy="685800"/>
            <a:chOff x="0" y="0"/>
            <a:chExt cx="546" cy="543"/>
          </a:xfrm>
        </p:grpSpPr>
        <p:sp>
          <p:nvSpPr>
            <p:cNvPr id="94221"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22"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23"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24"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25"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26"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94213"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14"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4215"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16"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17"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4218"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4219"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4220" name="灯片编号占位符 6"/>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220D3C82-C8D5-4E40-A874-6A2D1DD4D5B3}"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94227"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41" r:id="rId1"/>
    <p:sldLayoutId id="2147484742" r:id="rId2"/>
    <p:sldLayoutId id="2147484743" r:id="rId3"/>
    <p:sldLayoutId id="2147484744" r:id="rId4"/>
    <p:sldLayoutId id="2147484745" r:id="rId5"/>
    <p:sldLayoutId id="2147484746" r:id="rId6"/>
    <p:sldLayoutId id="2147484747" r:id="rId7"/>
    <p:sldLayoutId id="2147484748" r:id="rId8"/>
    <p:sldLayoutId id="2147484749" r:id="rId9"/>
    <p:sldLayoutId id="2147484750" r:id="rId10"/>
    <p:sldLayoutId id="2147484751"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95234"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5235"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95236" name="Group 4"/>
          <p:cNvGrpSpPr/>
          <p:nvPr/>
        </p:nvGrpSpPr>
        <p:grpSpPr>
          <a:xfrm rot="10800000">
            <a:off x="8367713" y="42863"/>
            <a:ext cx="762000" cy="685800"/>
            <a:chOff x="0" y="0"/>
            <a:chExt cx="546" cy="543"/>
          </a:xfrm>
        </p:grpSpPr>
        <p:sp>
          <p:nvSpPr>
            <p:cNvPr id="95245"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46"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47"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48"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49"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50"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95237"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38"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5239"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40"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41"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5242"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5243"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5244" name="灯片编号占位符 4"/>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73E31836-60D4-45AC-BADB-E09C6C780265}"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95251"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53" r:id="rId1"/>
    <p:sldLayoutId id="2147484754" r:id="rId2"/>
    <p:sldLayoutId id="2147484755" r:id="rId3"/>
    <p:sldLayoutId id="2147484756" r:id="rId4"/>
    <p:sldLayoutId id="2147484757" r:id="rId5"/>
    <p:sldLayoutId id="2147484758" r:id="rId6"/>
    <p:sldLayoutId id="2147484759" r:id="rId7"/>
    <p:sldLayoutId id="2147484760" r:id="rId8"/>
    <p:sldLayoutId id="2147484761" r:id="rId9"/>
    <p:sldLayoutId id="2147484762" r:id="rId10"/>
    <p:sldLayoutId id="2147484763"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cSld>
    <p:bg>
      <p:bgPr>
        <a:blipFill rotWithShape="0">
          <a:blip r:embed="rId12"/>
          <a:stretch>
            <a:fillRect/>
          </a:stretch>
        </a:blipFill>
        <a:effectLst/>
      </p:bgPr>
    </p:bg>
    <p:spTree>
      <p:nvGrpSpPr>
        <p:cNvPr id="1" name=""/>
        <p:cNvGrpSpPr/>
        <p:nvPr/>
      </p:nvGrpSpPr>
      <p:grpSpPr/>
      <p:sp>
        <p:nvSpPr>
          <p:cNvPr id="96258"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6259"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96260" name="Group 4"/>
          <p:cNvGrpSpPr/>
          <p:nvPr/>
        </p:nvGrpSpPr>
        <p:grpSpPr>
          <a:xfrm rot="10800000">
            <a:off x="8367713" y="42863"/>
            <a:ext cx="762000" cy="685800"/>
            <a:chOff x="0" y="0"/>
            <a:chExt cx="546" cy="543"/>
          </a:xfrm>
        </p:grpSpPr>
        <p:sp>
          <p:nvSpPr>
            <p:cNvPr id="96269"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70"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71"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72"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73"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74"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96261"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62"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6263"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64"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65"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6266"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6267"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6268" name="灯片编号占位符 3"/>
          <p:cNvSpPr>
            <a:spLocks noGrp="1" noChangeArrowheads="1"/>
          </p:cNvSpPr>
          <p:nvPr>
            <p:ph type="sldNum" sz="quarter" idx="4"/>
          </p:nvPr>
        </p:nvSpPr>
        <p:spPr bwMode="auto">
          <a:xfrm>
            <a:off x="755650" y="6381750"/>
            <a:ext cx="2133600" cy="21590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0353D129-F364-4561-B9B4-2CFF1C5FEE07}" type="slidenum">
              <a:rPr lang="en-US" altLang="zh-CN" sz="1400">
                <a:latin typeface="Arial" panose="020B0604020202020204" pitchFamily="34" charset="0"/>
                <a:ea typeface="宋体" panose="02010600030101010101" pitchFamily="2" charset="-122"/>
              </a:rPr>
            </a:fld>
            <a:endParaRPr lang="en-US" altLang="zh-CN" sz="1400">
              <a:latin typeface="Arial" panose="020B0604020202020204" pitchFamily="34" charset="0"/>
              <a:ea typeface="宋体" panose="02010600030101010101" pitchFamily="2" charset="-122"/>
            </a:endParaRPr>
          </a:p>
        </p:txBody>
      </p:sp>
      <p:pic>
        <p:nvPicPr>
          <p:cNvPr id="96275" name="图片 1073743875" descr="学科网 zxxk.com"/>
          <p:cNvPicPr>
            <a:picLocks noChangeAspect="1"/>
          </p:cNvPicPr>
          <p:nvPr/>
        </p:nvPicPr>
        <p:blipFill>
          <a:blip r:embed="rId13" r:link="rId14"/>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65" r:id="rId1"/>
    <p:sldLayoutId id="2147484766" r:id="rId2"/>
    <p:sldLayoutId id="2147484767" r:id="rId3"/>
    <p:sldLayoutId id="2147484768" r:id="rId4"/>
    <p:sldLayoutId id="2147484769" r:id="rId5"/>
    <p:sldLayoutId id="2147484770" r:id="rId6"/>
    <p:sldLayoutId id="2147484771" r:id="rId7"/>
    <p:sldLayoutId id="2147484772" r:id="rId8"/>
    <p:sldLayoutId id="2147484773" r:id="rId9"/>
    <p:sldLayoutId id="2147484774" r:id="rId10"/>
    <p:sldLayoutId id="2147484775"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pic>
        <p:nvPicPr>
          <p:cNvPr id="97282" name="Picture 10"/>
          <p:cNvPicPr>
            <a:picLocks noChangeAspect="1"/>
          </p:cNvPicPr>
          <p:nvPr/>
        </p:nvPicPr>
        <p:blipFill>
          <a:blip r:embed="rId12"/>
          <a:stretch>
            <a:fillRect/>
          </a:stretch>
        </p:blipFill>
        <p:spPr>
          <a:xfrm>
            <a:off x="0" y="0"/>
            <a:ext cx="9144000" cy="6858000"/>
          </a:xfrm>
          <a:prstGeom prst="rect">
            <a:avLst/>
          </a:prstGeom>
          <a:noFill/>
          <a:ln>
            <a:noFill/>
            <a:miter lim="800000"/>
            <a:headEnd/>
            <a:tailEnd/>
          </a:ln>
        </p:spPr>
      </p:pic>
      <p:pic>
        <p:nvPicPr>
          <p:cNvPr id="97283" name="Picture 12" descr="a_1"/>
          <p:cNvPicPr>
            <a:picLocks noChangeAspect="1"/>
          </p:cNvPicPr>
          <p:nvPr/>
        </p:nvPicPr>
        <p:blipFill>
          <a:blip r:embed="rId13"/>
          <a:srcRect l="2174"/>
          <a:stretch>
            <a:fillRect/>
          </a:stretch>
        </p:blipFill>
        <p:spPr>
          <a:xfrm>
            <a:off x="0" y="0"/>
            <a:ext cx="9144000" cy="5308600"/>
          </a:xfrm>
          <a:prstGeom prst="rect">
            <a:avLst/>
          </a:prstGeom>
          <a:noFill/>
          <a:ln>
            <a:noFill/>
            <a:miter lim="800000"/>
            <a:headEnd/>
            <a:tailEnd/>
          </a:ln>
        </p:spPr>
      </p:pic>
      <p:sp>
        <p:nvSpPr>
          <p:cNvPr id="97284" name="Rectangle 22"/>
          <p:cNvSpPr/>
          <p:nvPr/>
        </p:nvSpPr>
        <p:spPr>
          <a:xfrm>
            <a:off x="0" y="2590800"/>
            <a:ext cx="9144000" cy="1066800"/>
          </a:xfrm>
          <a:prstGeom prst="rect">
            <a:avLst/>
          </a:prstGeom>
          <a:gradFill rotWithShape="1">
            <a:gsLst>
              <a:gs pos="0">
                <a:srgbClr val="3191D3"/>
              </a:gs>
              <a:gs pos="100000">
                <a:srgbClr val="174362"/>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sz="4800" b="1">
              <a:solidFill>
                <a:schemeClr val="bg1"/>
              </a:solidFill>
            </a:endParaRPr>
          </a:p>
        </p:txBody>
      </p:sp>
      <p:cxnSp>
        <p:nvCxnSpPr>
          <p:cNvPr id="97285" name="Line 26"/>
          <p:cNvCxnSpPr/>
          <p:nvPr/>
        </p:nvCxnSpPr>
        <p:spPr>
          <a:xfrm>
            <a:off x="0" y="3657600"/>
            <a:ext cx="9144000" cy="0"/>
          </a:xfrm>
          <a:prstGeom prst="line">
            <a:avLst/>
          </a:prstGeom>
          <a:noFill/>
          <a:ln w="38100">
            <a:solidFill>
              <a:srgbClr val="FFFFFF"/>
            </a:solidFill>
            <a:miter lim="800000"/>
          </a:ln>
        </p:spPr>
      </p:cxnSp>
      <p:cxnSp>
        <p:nvCxnSpPr>
          <p:cNvPr id="97286" name="Line 27"/>
          <p:cNvCxnSpPr/>
          <p:nvPr/>
        </p:nvCxnSpPr>
        <p:spPr>
          <a:xfrm>
            <a:off x="0" y="2590800"/>
            <a:ext cx="9144000" cy="0"/>
          </a:xfrm>
          <a:prstGeom prst="line">
            <a:avLst/>
          </a:prstGeom>
          <a:noFill/>
          <a:ln w="38100">
            <a:solidFill>
              <a:srgbClr val="FFFFFF"/>
            </a:solidFill>
            <a:miter lim="800000"/>
          </a:ln>
        </p:spPr>
      </p:cxnSp>
      <p:sp>
        <p:nvSpPr>
          <p:cNvPr id="97287" name="Rectangle 29"/>
          <p:cNvSpPr/>
          <p:nvPr/>
        </p:nvSpPr>
        <p:spPr>
          <a:xfrm>
            <a:off x="0" y="0"/>
            <a:ext cx="9142413" cy="14478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7288" name="Rectangle 33"/>
          <p:cNvSpPr>
            <a:spLocks noChangeArrowheads="1"/>
          </p:cNvSpPr>
          <p:nvPr/>
        </p:nvSpPr>
        <p:spPr bwMode="auto">
          <a:xfrm>
            <a:off x="0" y="1447800"/>
            <a:ext cx="9144000" cy="1143000"/>
          </a:xfrm>
          <a:prstGeom prst="rect">
            <a:avLst/>
          </a:prstGeom>
          <a:solidFill>
            <a:srgbClr val="FFFFFF"/>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cxnSp>
        <p:nvCxnSpPr>
          <p:cNvPr id="97289" name="Line 34"/>
          <p:cNvCxnSpPr/>
          <p:nvPr/>
        </p:nvCxnSpPr>
        <p:spPr>
          <a:xfrm>
            <a:off x="0" y="2590800"/>
            <a:ext cx="9144000" cy="0"/>
          </a:xfrm>
          <a:prstGeom prst="line">
            <a:avLst/>
          </a:prstGeom>
          <a:noFill/>
          <a:ln w="38100">
            <a:solidFill>
              <a:srgbClr val="FFFFFF"/>
            </a:solidFill>
            <a:miter lim="800000"/>
          </a:ln>
        </p:spPr>
      </p:cxnSp>
      <p:sp>
        <p:nvSpPr>
          <p:cNvPr id="97290"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7291"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7292" name="Rectangle 4"/>
          <p:cNvSpPr>
            <a:spLocks noGrp="1" noChangeArrowheads="1"/>
          </p:cNvSpPr>
          <p:nvPr>
            <p:ph type="dt" sz="half" idx="2"/>
          </p:nvPr>
        </p:nvSpPr>
        <p:spPr bwMode="auto">
          <a:xfrm>
            <a:off x="457200"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7E31708-7736-42DC-8FA8-048BAF3D0A71}"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97293" name="Rectangle 5"/>
          <p:cNvSpPr>
            <a:spLocks noGrp="1" noChangeArrowheads="1"/>
          </p:cNvSpPr>
          <p:nvPr>
            <p:ph type="ftr" sz="quarter" idx="3"/>
          </p:nvPr>
        </p:nvSpPr>
        <p:spPr bwMode="auto">
          <a:xfrm>
            <a:off x="3124200"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sp>
        <p:nvSpPr>
          <p:cNvPr id="97294" name="Rectangle 6"/>
          <p:cNvSpPr>
            <a:spLocks noGrp="1" noChangeArrowheads="1"/>
          </p:cNvSpPr>
          <p:nvPr>
            <p:ph type="sldNum" sz="quarter" idx="4"/>
          </p:nvPr>
        </p:nvSpPr>
        <p:spPr bwMode="auto">
          <a:xfrm>
            <a:off x="6553200" y="6245225"/>
            <a:ext cx="2133600" cy="476250"/>
          </a:xfrm>
          <a:prstGeom prst="rect">
            <a:avLst/>
          </a:prstGeom>
          <a:noFill/>
          <a:ln>
            <a:noFill/>
          </a:ln>
        </p:spPr>
        <p:txBody>
          <a:bodyPr numCol="1" compatLnSpc="1">
            <a:noAutofit/>
          </a:bodyPr>
          <a:lstStyle>
            <a:defPPr>
              <a:defRPr lang="zh-CN"/>
            </a:defPPr>
            <a:lvl1pPr marL="0" indent="0" algn="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r" eaLnBrk="1" hangingPunct="1">
              <a:spcBef>
                <a:spcPct val="0"/>
              </a:spcBef>
            </a:pPr>
            <a:fld id="{E0B263E8-C3F2-4FF6-9793-09DB21E5B71A}" type="slidenum">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pic>
        <p:nvPicPr>
          <p:cNvPr id="97295" name="图片 1073743875" descr="学科网 zxxk.com"/>
          <p:cNvPicPr>
            <a:picLocks noChangeAspect="1"/>
          </p:cNvPicPr>
          <p:nvPr/>
        </p:nvPicPr>
        <p:blipFill>
          <a:blip r:embed="rId14" r:link="rId15"/>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77" r:id="rId1"/>
    <p:sldLayoutId id="2147484778" r:id="rId2"/>
    <p:sldLayoutId id="2147484779" r:id="rId3"/>
    <p:sldLayoutId id="2147484780" r:id="rId4"/>
    <p:sldLayoutId id="2147484781" r:id="rId5"/>
    <p:sldLayoutId id="2147484782" r:id="rId6"/>
    <p:sldLayoutId id="2147484783" r:id="rId7"/>
    <p:sldLayoutId id="2147484784" r:id="rId8"/>
    <p:sldLayoutId id="2147484785" r:id="rId9"/>
    <p:sldLayoutId id="2147484786" r:id="rId10"/>
    <p:sldLayoutId id="2147484787" r:id="rId11"/>
  </p:sldLayoutIdLs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97283"/>
                                        </p:tgtEl>
                                        <p:attrNameLst>
                                          <p:attrName>style.visibility</p:attrName>
                                        </p:attrNameLst>
                                      </p:cBhvr>
                                      <p:to>
                                        <p:strVal val="visible"/>
                                      </p:to>
                                    </p:set>
                                    <p:animEffect transition="in" filter="wipe(up)">
                                      <p:cBhvr>
                                        <p:cTn id="7" dur="500" fill="hold"/>
                                        <p:tgtEl>
                                          <p:spTgt spid="972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98306" name="Rectangle 33"/>
          <p:cNvSpPr/>
          <p:nvPr/>
        </p:nvSpPr>
        <p:spPr>
          <a:xfrm>
            <a:off x="520700" y="757238"/>
            <a:ext cx="8637588" cy="5562600"/>
          </a:xfrm>
          <a:prstGeom prst="rect">
            <a:avLst/>
          </a:prstGeom>
          <a:gradFill rotWithShape="1">
            <a:gsLst>
              <a:gs pos="0">
                <a:srgbClr val="81CFEB">
                  <a:alpha val="18999"/>
                </a:srgbClr>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8307" name="Rectangle 13"/>
          <p:cNvSpPr/>
          <p:nvPr/>
        </p:nvSpPr>
        <p:spPr>
          <a:xfrm>
            <a:off x="14288" y="0"/>
            <a:ext cx="9144000" cy="685800"/>
          </a:xfrm>
          <a:prstGeom prst="rect">
            <a:avLst/>
          </a:prstGeom>
          <a:gradFill rotWithShape="1">
            <a:gsLst>
              <a:gs pos="0">
                <a:srgbClr val="81CFEB"/>
              </a:gs>
              <a:gs pos="100000">
                <a:srgbClr val="FFFFFF"/>
              </a:gs>
            </a:gsLst>
            <a:lin ang="54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grpSp>
        <p:nvGrpSpPr>
          <p:cNvPr id="98308" name="Group 4"/>
          <p:cNvGrpSpPr/>
          <p:nvPr/>
        </p:nvGrpSpPr>
        <p:grpSpPr>
          <a:xfrm rot="10800000">
            <a:off x="8367713" y="42863"/>
            <a:ext cx="762000" cy="685800"/>
            <a:chOff x="0" y="0"/>
            <a:chExt cx="546" cy="543"/>
          </a:xfrm>
        </p:grpSpPr>
        <p:sp>
          <p:nvSpPr>
            <p:cNvPr id="98318" name="Rectangle 14"/>
            <p:cNvSpPr>
              <a:spLocks noChangeArrowheads="1"/>
            </p:cNvSpPr>
            <p:nvPr/>
          </p:nvSpPr>
          <p:spPr bwMode="auto">
            <a:xfrm rot="16200000">
              <a:off x="1" y="-1"/>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19" name="Rectangle 15"/>
            <p:cNvSpPr>
              <a:spLocks noChangeArrowheads="1"/>
            </p:cNvSpPr>
            <p:nvPr/>
          </p:nvSpPr>
          <p:spPr bwMode="auto">
            <a:xfrm rot="16200000">
              <a:off x="190" y="-1"/>
              <a:ext cx="165"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20" name="Rectangle 16"/>
            <p:cNvSpPr>
              <a:spLocks noChangeArrowheads="1"/>
            </p:cNvSpPr>
            <p:nvPr/>
          </p:nvSpPr>
          <p:spPr bwMode="auto">
            <a:xfrm rot="16200000">
              <a:off x="378" y="-1"/>
              <a:ext cx="165" cy="168"/>
            </a:xfrm>
            <a:prstGeom prst="rect">
              <a:avLst/>
            </a:prstGeom>
            <a:solidFill>
              <a:srgbClr val="297CDD">
                <a:alpha val="84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21" name="Rectangle 17"/>
            <p:cNvSpPr>
              <a:spLocks noChangeArrowheads="1"/>
            </p:cNvSpPr>
            <p:nvPr/>
          </p:nvSpPr>
          <p:spPr bwMode="auto">
            <a:xfrm rot="16200000">
              <a:off x="190" y="187"/>
              <a:ext cx="166" cy="168"/>
            </a:xfrm>
            <a:prstGeom prst="rect">
              <a:avLst/>
            </a:prstGeom>
            <a:solidFill>
              <a:srgbClr val="297CDD"/>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22" name="Rectangle 18"/>
            <p:cNvSpPr>
              <a:spLocks noChangeArrowheads="1"/>
            </p:cNvSpPr>
            <p:nvPr/>
          </p:nvSpPr>
          <p:spPr bwMode="auto">
            <a:xfrm rot="16200000">
              <a:off x="1" y="189"/>
              <a:ext cx="166" cy="168"/>
            </a:xfrm>
            <a:prstGeom prst="rect">
              <a:avLst/>
            </a:prstGeom>
            <a:solidFill>
              <a:srgbClr val="297CDD">
                <a:alpha val="5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23" name="Rectangle 19"/>
            <p:cNvSpPr>
              <a:spLocks noChangeArrowheads="1"/>
            </p:cNvSpPr>
            <p:nvPr/>
          </p:nvSpPr>
          <p:spPr bwMode="auto">
            <a:xfrm rot="16200000">
              <a:off x="1" y="378"/>
              <a:ext cx="165" cy="168"/>
            </a:xfrm>
            <a:prstGeom prst="rect">
              <a:avLst/>
            </a:prstGeom>
            <a:solidFill>
              <a:srgbClr val="297CDD">
                <a:alpha val="89999"/>
              </a:srgbClr>
            </a:solidFill>
            <a:ln w="19050" cmpd="sng">
              <a:solidFill>
                <a:schemeClr val="bg1">
                  <a:alpha val="70000"/>
                </a:schemeClr>
              </a:solidFill>
              <a:miter lim="800000"/>
            </a:ln>
          </p:spPr>
          <p:txBody>
            <a:bodyPr rot="10800000" vert="eaVert"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grpSp>
      <p:sp>
        <p:nvSpPr>
          <p:cNvPr id="98309" name="Rectangle 26"/>
          <p:cNvSpPr>
            <a:spLocks noChangeArrowheads="1"/>
          </p:cNvSpPr>
          <p:nvPr/>
        </p:nvSpPr>
        <p:spPr bwMode="auto">
          <a:xfrm>
            <a:off x="122238" y="0"/>
            <a:ext cx="125412" cy="6889750"/>
          </a:xfrm>
          <a:prstGeom prst="rect">
            <a:avLst/>
          </a:prstGeom>
          <a:solidFill>
            <a:srgbClr val="4A9ACC">
              <a:alpha val="79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10" name="Rectangle 27"/>
          <p:cNvSpPr/>
          <p:nvPr/>
        </p:nvSpPr>
        <p:spPr>
          <a:xfrm>
            <a:off x="-7937" y="0"/>
            <a:ext cx="142875" cy="6884988"/>
          </a:xfrm>
          <a:prstGeom prst="rect">
            <a:avLst/>
          </a:prstGeom>
          <a:gradFill rotWithShape="1">
            <a:gsLst>
              <a:gs pos="0">
                <a:srgbClr val="152C3A"/>
              </a:gs>
              <a:gs pos="100000">
                <a:srgbClr val="4A9ACC"/>
              </a:gs>
            </a:gsLst>
            <a:lin ang="2700000" scaled="1"/>
          </a:gradFill>
          <a:ln>
            <a:noFill/>
            <a:miter lim="800000"/>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endParaRPr lang="zh-CN" altLang="en-US"/>
          </a:p>
        </p:txBody>
      </p:sp>
      <p:sp>
        <p:nvSpPr>
          <p:cNvPr id="98311" name="Rectangle 28"/>
          <p:cNvSpPr>
            <a:spLocks noChangeArrowheads="1"/>
          </p:cNvSpPr>
          <p:nvPr/>
        </p:nvSpPr>
        <p:spPr bwMode="auto">
          <a:xfrm>
            <a:off x="442913" y="23813"/>
            <a:ext cx="71437" cy="6872287"/>
          </a:xfrm>
          <a:prstGeom prst="rect">
            <a:avLst/>
          </a:prstGeom>
          <a:solidFill>
            <a:srgbClr val="4A9ACC">
              <a:alpha val="20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12" name="Rectangle 29"/>
          <p:cNvSpPr>
            <a:spLocks noChangeArrowheads="1"/>
          </p:cNvSpPr>
          <p:nvPr/>
        </p:nvSpPr>
        <p:spPr bwMode="auto">
          <a:xfrm>
            <a:off x="247650" y="0"/>
            <a:ext cx="107950" cy="6865938"/>
          </a:xfrm>
          <a:prstGeom prst="rect">
            <a:avLst/>
          </a:prstGeom>
          <a:solidFill>
            <a:srgbClr val="4A9ACC">
              <a:alpha val="53999"/>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13" name="Rectangle 30"/>
          <p:cNvSpPr>
            <a:spLocks noChangeArrowheads="1"/>
          </p:cNvSpPr>
          <p:nvPr/>
        </p:nvSpPr>
        <p:spPr bwMode="auto">
          <a:xfrm>
            <a:off x="352425" y="0"/>
            <a:ext cx="90488" cy="6872288"/>
          </a:xfrm>
          <a:prstGeom prst="rect">
            <a:avLst/>
          </a:prstGeom>
          <a:solidFill>
            <a:srgbClr val="4A9ACC">
              <a:alpha val="37000"/>
            </a:srgbClr>
          </a:solidFill>
          <a:ln>
            <a:noFill/>
          </a:ln>
        </p:spPr>
        <p:txBody>
          <a:bodyPr wrap="none" anchor="ctr" anchorCtr="0">
            <a:noAutofit/>
          </a:bodyPr>
          <a:lstStyle>
            <a:defPPr>
              <a:defRPr lang="zh-CN"/>
            </a:defPPr>
            <a:lvl1pPr marL="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1pPr>
            <a:lvl2pPr marL="742950" indent="-28575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2pPr>
            <a:lvl3pPr marL="11430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3pPr>
            <a:lvl4pPr marL="16002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4pPr>
            <a:lvl5pPr marL="2057400" indent="-22860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latin typeface="Courier New" panose="02070309020205020404" pitchFamily="49" charset="0"/>
                <a:ea typeface="黑体" panose="02010609060101010101" pitchFamily="49" charset="-122"/>
              </a:defRPr>
            </a:lvl5pPr>
            <a:lvl6pPr marL="25146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6pPr>
            <a:lvl7pPr marL="29718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7pPr>
            <a:lvl8pPr marL="34290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8pPr>
            <a:lvl9pPr marL="3886200" indent="-228600" algn="ctr" eaLnBrk="0" fontAlgn="base" hangingPunct="0">
              <a:lnSpc>
                <a:spcPct val="90000"/>
              </a:lnSpc>
              <a:spcBef>
                <a:spcPct val="20000"/>
              </a:spcBef>
              <a:spcAft>
                <a:spcPct val="0"/>
              </a:spcAft>
              <a:buClr>
                <a:srgbClr val="339966"/>
              </a:buClr>
              <a:buFont typeface="Wingdings" panose="05000000000000000000" pitchFamily="2" charset="2"/>
              <a:defRPr lang="zh-CN" altLang="en-US" sz="2400">
                <a:solidFill>
                  <a:schemeClr val="tx1"/>
                </a:solidFill>
                <a:latin typeface="Courier New" panose="02070309020205020404" pitchFamily="49" charset="0"/>
                <a:ea typeface="黑体" panose="02010609060101010101" pitchFamily="49" charset="-122"/>
              </a:defRPr>
            </a:lvl9pPr>
          </a:lstStyle>
          <a:p>
            <a:pPr marL="0" lvl="0" indent="0" eaLnBrk="1" hangingPunct="1"/>
            <a:endParaRPr lang="zh-CN" altLang="en-US"/>
          </a:p>
        </p:txBody>
      </p:sp>
      <p:sp>
        <p:nvSpPr>
          <p:cNvPr id="98314" name="Rectangle 3"/>
          <p:cNvSpPr>
            <a:spLocks noGrp="1"/>
          </p:cNvSpPr>
          <p:nvPr>
            <p:ph type="body" idx="1"/>
          </p:nvPr>
        </p:nvSpPr>
        <p:spPr>
          <a:xfrm>
            <a:off x="871538" y="838200"/>
            <a:ext cx="8001000" cy="5181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Tx/>
              <a:buSzTx/>
              <a:buFontTx/>
              <a:buChar char="•"/>
              <a:defRPr kumimoji="0" lang="zh-CN" altLang="en-US" sz="3200" b="0" i="0" u="none" kern="1200" baseline="0">
                <a:solidFill>
                  <a:schemeClr val="tx1"/>
                </a:solidFill>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a:r>
              <a:t>单击此处编辑母版文本样式</a:t>
            </a:r>
          </a:p>
          <a:p>
            <a:pPr lvl="1"/>
            <a:r>
              <a:t>第二级</a:t>
            </a:r>
          </a:p>
          <a:p>
            <a:pPr lvl="2"/>
            <a:r>
              <a:t>第三级</a:t>
            </a:r>
          </a:p>
          <a:p>
            <a:pPr lvl="3"/>
            <a:r>
              <a:t>第四级</a:t>
            </a:r>
          </a:p>
          <a:p>
            <a:pPr lvl="4"/>
            <a:r>
              <a:t>第五级</a:t>
            </a:r>
          </a:p>
        </p:txBody>
      </p:sp>
      <p:sp>
        <p:nvSpPr>
          <p:cNvPr id="98315" name="Rectangle 2"/>
          <p:cNvSpPr>
            <a:spLocks noGrp="1"/>
          </p:cNvSpPr>
          <p:nvPr>
            <p:ph type="title"/>
          </p:nvPr>
        </p:nvSpPr>
        <p:spPr>
          <a:xfrm>
            <a:off x="947738" y="152400"/>
            <a:ext cx="6096000" cy="381000"/>
          </a:xfrm>
          <a:prstGeom prst="rect">
            <a:avLst/>
          </a:prstGeom>
          <a:noFill/>
          <a:ln>
            <a:noFill/>
            <a:miter lim="800000"/>
          </a:ln>
        </p:spPr>
        <p:txBody>
          <a:bodyPr anchor="ctr" anchorCtr="0">
            <a:noAutofit/>
          </a:bodyPr>
          <a:lstStyle>
            <a:lvl1pPr marL="0" indent="0" algn="l" defTabSz="914400" rtl="0" eaLnBrk="0" fontAlgn="base" hangingPunct="0">
              <a:lnSpc>
                <a:spcPct val="100000"/>
              </a:lnSpc>
              <a:spcBef>
                <a:spcPct val="0"/>
              </a:spcBef>
              <a:spcAft>
                <a:spcPct val="0"/>
              </a:spcAft>
              <a:buClrTx/>
              <a:buSzTx/>
              <a:buFontTx/>
              <a:buNone/>
              <a:defRPr kumimoji="0" lang="zh-CN" altLang="en-US" sz="3200" b="1" i="0" u="none" kern="1200" baseline="0">
                <a:solidFill>
                  <a:schemeClr val="tx2"/>
                </a:solidFill>
                <a:latin typeface="Arial" panose="020B0604020202020204" pitchFamily="34" charset="0"/>
                <a:ea typeface="华文中宋" pitchFamily="2" charset="-122"/>
                <a:cs typeface="+mj-cs"/>
              </a:defRPr>
            </a:lvl1pPr>
          </a:lstStyle>
          <a:p>
            <a:pPr lvl="0"/>
            <a:r>
              <a:t>单击此处编辑母版标题样式</a:t>
            </a:r>
          </a:p>
        </p:txBody>
      </p:sp>
      <p:sp>
        <p:nvSpPr>
          <p:cNvPr id="98316" name="Rectangle 4"/>
          <p:cNvSpPr>
            <a:spLocks noGrp="1" noChangeArrowheads="1"/>
          </p:cNvSpPr>
          <p:nvPr>
            <p:ph type="dt" sz="half" idx="2"/>
          </p:nvPr>
        </p:nvSpPr>
        <p:spPr bwMode="auto">
          <a:xfrm>
            <a:off x="338138" y="6245225"/>
            <a:ext cx="2133600" cy="476250"/>
          </a:xfrm>
          <a:prstGeom prst="rect">
            <a:avLst/>
          </a:prstGeom>
          <a:noFill/>
          <a:ln>
            <a:noFill/>
          </a:ln>
        </p:spPr>
        <p:txBody>
          <a:bodyPr numCol="1" compatLnSpc="1">
            <a:noAutofit/>
          </a:bodyPr>
          <a:lstStyle>
            <a:defPPr>
              <a:defRPr lang="zh-CN"/>
            </a:defPPr>
            <a:lvl1pPr marL="0" indent="0" algn="l"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algn="l" eaLnBrk="1" hangingPunct="1">
              <a:spcBef>
                <a:spcPct val="0"/>
              </a:spcBef>
            </a:pPr>
            <a:fld id="{4C858618-8777-442B-81B1-3E81813C950D}" type="datetime1">
              <a:rPr lang="zh-CN" altLang="en-US" sz="1400">
                <a:latin typeface="Arial" panose="020B0604020202020204" pitchFamily="34" charset="0"/>
                <a:ea typeface="宋体" panose="02010600030101010101" pitchFamily="2" charset="-122"/>
              </a:rPr>
            </a:fld>
            <a:endParaRPr lang="zh-CN" altLang="en-US" sz="1400">
              <a:latin typeface="Arial" panose="020B0604020202020204" pitchFamily="34" charset="0"/>
              <a:ea typeface="宋体" panose="02010600030101010101" pitchFamily="2" charset="-122"/>
            </a:endParaRPr>
          </a:p>
        </p:txBody>
      </p:sp>
      <p:sp>
        <p:nvSpPr>
          <p:cNvPr id="98317" name="Rectangle 5"/>
          <p:cNvSpPr>
            <a:spLocks noGrp="1" noChangeArrowheads="1"/>
          </p:cNvSpPr>
          <p:nvPr>
            <p:ph type="ftr" sz="quarter" idx="3"/>
          </p:nvPr>
        </p:nvSpPr>
        <p:spPr bwMode="auto">
          <a:xfrm>
            <a:off x="3005138" y="6245225"/>
            <a:ext cx="2895600" cy="476250"/>
          </a:xfrm>
          <a:prstGeom prst="rect">
            <a:avLst/>
          </a:prstGeom>
          <a:noFill/>
          <a:ln>
            <a:noFill/>
          </a:ln>
        </p:spPr>
        <p:txBody>
          <a:bodyPr numCol="1" compatLnSpc="1">
            <a:noAutofit/>
          </a:bodyPr>
          <a:lstStyle>
            <a:defPPr>
              <a:defRPr lang="zh-CN"/>
            </a:defPPr>
            <a:lvl1pPr marL="0" indent="0" algn="ctr" defTabSz="914400" rtl="0" eaLnBrk="0" fontAlgn="base" hangingPunct="0">
              <a:lnSpc>
                <a:spcPct val="90000"/>
              </a:lnSpc>
              <a:spcBef>
                <a:spcPct val="0"/>
              </a:spcBef>
              <a:spcAft>
                <a:spcPct val="0"/>
              </a:spcAft>
              <a:buClr>
                <a:srgbClr val="339966"/>
              </a:buClr>
              <a:buSzTx/>
              <a:buFont typeface="Wingdings" panose="05000000000000000000" pitchFamily="2" charset="2"/>
              <a:buNone/>
              <a:defRPr kumimoji="0" lang="zh-CN" altLang="en-US" sz="1400" b="0" i="0" u="none" baseline="0">
                <a:solidFill>
                  <a:schemeClr val="tx1"/>
                </a:solidFill>
                <a:latin typeface="+mn-lt"/>
                <a:ea typeface="+mn-ea"/>
              </a:defRPr>
            </a:lvl1pPr>
            <a:lvl2pPr marL="4572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2pPr>
            <a:lvl3pPr marL="9144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3pPr>
            <a:lvl4pPr marL="13716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4pPr>
            <a:lvl5pPr marL="1828800" indent="0" algn="ctr" defTabSz="914400" rtl="0" eaLnBrk="0" fontAlgn="base" hangingPunct="0">
              <a:lnSpc>
                <a:spcPct val="90000"/>
              </a:lnSpc>
              <a:spcBef>
                <a:spcPct val="20000"/>
              </a:spcBef>
              <a:spcAft>
                <a:spcPct val="0"/>
              </a:spcAft>
              <a:buClr>
                <a:srgbClr val="339966"/>
              </a:buClr>
              <a:buSzTx/>
              <a:buFont typeface="Wingdings" panose="05000000000000000000" pitchFamily="2" charset="2"/>
              <a:buNone/>
              <a:defRPr kumimoji="0" lang="zh-CN" altLang="en-US" sz="2400" b="0" i="0" u="none" baseline="0">
                <a:solidFill>
                  <a:schemeClr val="tx1"/>
                </a:solidFill>
                <a:effectLst/>
                <a:latin typeface="Courier New" panose="02070309020205020404" pitchFamily="49" charset="0"/>
                <a:ea typeface="黑体" panose="02010609060101010101" pitchFamily="49" charset="-122"/>
              </a:defRPr>
            </a:lvl5pPr>
          </a:lstStyle>
          <a:p>
            <a:pPr marL="0" lvl="0" indent="0" eaLnBrk="1" hangingPunct="1">
              <a:spcBef>
                <a:spcPct val="0"/>
              </a:spcBef>
            </a:pPr>
            <a:endParaRPr lang="zh-CN" altLang="en-US" sz="1400">
              <a:latin typeface="Arial" panose="020B0604020202020204" pitchFamily="34" charset="0"/>
              <a:ea typeface="宋体" panose="02010600030101010101" pitchFamily="2" charset="-122"/>
            </a:endParaRPr>
          </a:p>
        </p:txBody>
      </p:sp>
      <p:pic>
        <p:nvPicPr>
          <p:cNvPr id="98324" name="图片 1073743875" descr="学科网 zxxk.com"/>
          <p:cNvPicPr>
            <a:picLocks noChangeAspect="1"/>
          </p:cNvPicPr>
          <p:nvPr/>
        </p:nvPicPr>
        <p:blipFill>
          <a:blip r:embed="rId12" r:link="rId13"/>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4789" r:id="rId1"/>
    <p:sldLayoutId id="2147484790" r:id="rId2"/>
    <p:sldLayoutId id="2147484791" r:id="rId3"/>
    <p:sldLayoutId id="2147484792" r:id="rId4"/>
    <p:sldLayoutId id="2147484793" r:id="rId5"/>
    <p:sldLayoutId id="2147484794" r:id="rId6"/>
    <p:sldLayoutId id="2147484795" r:id="rId7"/>
    <p:sldLayoutId id="2147484796" r:id="rId8"/>
    <p:sldLayoutId id="2147484797" r:id="rId9"/>
    <p:sldLayoutId id="2147484798" r:id="rId10"/>
    <p:sldLayoutId id="2147484799" r:id="rId11"/>
  </p:sldLayoutIdLst>
  <p:transition/>
  <p:txStyles>
    <p:titleStyle>
      <a:lvl1pPr marL="0" indent="0" algn="l" defTabSz="914400" rtl="0" eaLnBrk="0" fontAlgn="base" hangingPunct="0">
        <a:lnSpc>
          <a:spcPct val="100000"/>
        </a:lnSpc>
        <a:spcBef>
          <a:spcPct val="0"/>
        </a:spcBef>
        <a:spcAft>
          <a:spcPct val="0"/>
        </a:spcAft>
        <a:buClrTx/>
        <a:buSzTx/>
        <a:buFontTx/>
        <a:buNone/>
        <a:defRPr kumimoji="0" sz="3200" b="1" i="0" u="none" kern="1200" baseline="0">
          <a:solidFill>
            <a:schemeClr val="tx2"/>
          </a:solidFill>
          <a:effectLst/>
          <a:latin typeface="Arial" panose="020B0604020202020204" pitchFamily="34" charset="0"/>
          <a:ea typeface="华文中宋" pitchFamily="2" charset="-122"/>
          <a:cs typeface="+mj-cs"/>
        </a:defRPr>
      </a:lvl1pPr>
    </p:titleStyle>
    <p:bodyStyle>
      <a:lvl1pPr marL="342900" indent="-342900" algn="l" defTabSz="914400" rtl="0" eaLnBrk="0" fontAlgn="base" hangingPunct="0">
        <a:lnSpc>
          <a:spcPct val="100000"/>
        </a:lnSpc>
        <a:spcBef>
          <a:spcPct val="20000"/>
        </a:spcBef>
        <a:spcAft>
          <a:spcPct val="0"/>
        </a:spcAft>
        <a:buClrTx/>
        <a:buSzTx/>
        <a:buFontTx/>
        <a:buChar char="•"/>
        <a:defRPr kumimoji="0" sz="3200" b="0" i="0" u="none" kern="1200" baseline="0">
          <a:solidFill>
            <a:schemeClr val="tx1"/>
          </a:solidFill>
          <a:effectLst/>
          <a:latin typeface="+mn-lt"/>
          <a:ea typeface="+mn-ea"/>
          <a:cs typeface="+mn-cs"/>
        </a:defRPr>
      </a:lvl1pPr>
      <a:lvl2pPr marL="742950" indent="-285750" algn="l" defTabSz="914400" rtl="0" eaLnBrk="0" fontAlgn="base" hangingPunct="0">
        <a:lnSpc>
          <a:spcPct val="100000"/>
        </a:lnSpc>
        <a:spcBef>
          <a:spcPct val="20000"/>
        </a:spcBef>
        <a:spcAft>
          <a:spcPct val="0"/>
        </a:spcAft>
        <a:buClrTx/>
        <a:buSzTx/>
        <a:buFontTx/>
        <a:buChar char="–"/>
        <a:defRPr kumimoji="0" sz="2800" b="0" i="0" u="none" kern="1200" baseline="0">
          <a:solidFill>
            <a:schemeClr val="tx1"/>
          </a:solidFill>
          <a:effectLst/>
          <a:latin typeface="+mn-lt"/>
          <a:ea typeface="+mn-ea"/>
          <a:cs typeface="+mn-cs"/>
        </a:defRPr>
      </a:lvl2pPr>
      <a:lvl3pPr marL="1143000" indent="-228600" algn="l" defTabSz="914400" rtl="0" eaLnBrk="0" fontAlgn="base" hangingPunct="0">
        <a:lnSpc>
          <a:spcPct val="100000"/>
        </a:lnSpc>
        <a:spcBef>
          <a:spcPct val="20000"/>
        </a:spcBef>
        <a:spcAft>
          <a:spcPct val="0"/>
        </a:spcAft>
        <a:buClrTx/>
        <a:buSzTx/>
        <a:buFontTx/>
        <a:buChar char="•"/>
        <a:defRPr kumimoji="0" sz="2400" b="0" i="0" u="none" kern="1200" baseline="0">
          <a:solidFill>
            <a:schemeClr val="tx1"/>
          </a:solidFill>
          <a:effectLst/>
          <a:latin typeface="+mn-lt"/>
          <a:ea typeface="+mn-ea"/>
          <a:cs typeface="+mn-cs"/>
        </a:defRPr>
      </a:lvl3pPr>
      <a:lvl4pPr marL="16002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4pPr>
      <a:lvl5pPr marL="2057400" indent="-228600" algn="l" defTabSz="914400" rtl="0" eaLnBrk="0" fontAlgn="base" hangingPunct="0">
        <a:lnSpc>
          <a:spcPct val="100000"/>
        </a:lnSpc>
        <a:spcBef>
          <a:spcPct val="20000"/>
        </a:spcBef>
        <a:spcAft>
          <a:spcPct val="0"/>
        </a:spcAft>
        <a:buClrTx/>
        <a:buSzTx/>
        <a:buFontTx/>
        <a:buChar char="»"/>
        <a:defRPr kumimoji="0" sz="2000" b="0" i="0" u="none" kern="1200" baseline="0">
          <a:solidFill>
            <a:schemeClr val="tx1"/>
          </a:solidFill>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1pPr>
      <a:lvl2pPr marL="4572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2pPr>
      <a:lvl3pPr marL="9144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3pPr>
      <a:lvl4pPr marL="13716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4pPr>
      <a:lvl5pPr marL="1828800" indent="0" algn="l" defTabSz="914400" rtl="0" eaLnBrk="1" fontAlgn="base" latinLnBrk="0" hangingPunct="1">
        <a:lnSpc>
          <a:spcPct val="100000"/>
        </a:lnSpc>
        <a:spcBef>
          <a:spcPct val="0"/>
        </a:spcBef>
        <a:spcAft>
          <a:spcPct val="0"/>
        </a:spcAft>
        <a:buClrTx/>
        <a:buSzTx/>
        <a:buFontTx/>
        <a:buNone/>
        <a:defRPr kumimoji="0" sz="1800" b="0" i="0" u="none" kern="1200" baseline="0">
          <a:solidFill>
            <a:schemeClr val="tx1"/>
          </a:solidFill>
          <a:effectLst/>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image" Target="../media/image14.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image" Target="../media/image15.png"/></Relationships>
</file>

<file path=ppt/slides/_rels/slide4.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23.png"/><Relationship Id="rId7" Type="http://schemas.openxmlformats.org/officeDocument/2006/relationships/image" Target="../media/image22.png"/><Relationship Id="rId6" Type="http://schemas.openxmlformats.org/officeDocument/2006/relationships/image" Target="../media/image21.png"/><Relationship Id="rId5" Type="http://schemas.openxmlformats.org/officeDocument/2006/relationships/image" Target="../media/image20.emf"/><Relationship Id="rId4" Type="http://schemas.openxmlformats.org/officeDocument/2006/relationships/image" Target="../media/image19.png"/><Relationship Id="rId3" Type="http://schemas.openxmlformats.org/officeDocument/2006/relationships/image" Target="../media/image18.png"/><Relationship Id="rId2" Type="http://schemas.openxmlformats.org/officeDocument/2006/relationships/image" Target="../media/image17.png"/><Relationship Id="rId11" Type="http://schemas.openxmlformats.org/officeDocument/2006/relationships/slideLayout" Target="../slideLayouts/slideLayout18.xml"/><Relationship Id="rId10" Type="http://schemas.openxmlformats.org/officeDocument/2006/relationships/image" Target="../media/image25.png"/><Relationship Id="rId1" Type="http://schemas.openxmlformats.org/officeDocument/2006/relationships/image" Target="../media/image16.png"/></Relationships>
</file>

<file path=ppt/slides/_rels/slide5.xml.rels><?xml version="1.0" encoding="UTF-8" standalone="yes"?>
<Relationships xmlns="http://schemas.openxmlformats.org/package/2006/relationships"><Relationship Id="rId5" Type="http://schemas.openxmlformats.org/officeDocument/2006/relationships/slideLayout" Target="../slideLayouts/slideLayout18.xml"/><Relationship Id="rId4" Type="http://schemas.openxmlformats.org/officeDocument/2006/relationships/image" Target="../media/image26.png"/><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image" Target="../media/image20.emf"/></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image" Target="../media/image2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18.xml"/><Relationship Id="rId2" Type="http://schemas.openxmlformats.org/officeDocument/2006/relationships/image" Target="../media/image29.png"/><Relationship Id="rId1" Type="http://schemas.openxmlformats.org/officeDocument/2006/relationships/image" Target="../media/image28.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image" Target="../media/image30.png"/></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18.xml"/><Relationship Id="rId2" Type="http://schemas.openxmlformats.org/officeDocument/2006/relationships/image" Target="../media/image31.png"/><Relationship Id="rId1" Type="http://schemas.openxmlformats.org/officeDocument/2006/relationships/image" Target="../media/image28.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image" Target="../media/image32.png"/></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18.xml"/><Relationship Id="rId2" Type="http://schemas.openxmlformats.org/officeDocument/2006/relationships/image" Target="../media/image34.png"/><Relationship Id="rId1" Type="http://schemas.openxmlformats.org/officeDocument/2006/relationships/image" Target="../media/image33.GI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zh-CN" altLang="en-US" sz="4000" b="1" spc="0">
                <a:effectLst>
                  <a:outerShdw blurRad="38100" dist="38100" dir="2700000" algn="tl">
                    <a:schemeClr val="bg2"/>
                  </a:outerShdw>
                </a:effectLst>
                <a:latin typeface="华文新魏" pitchFamily="2" charset="-122"/>
              </a:rPr>
              <a:t>认识第一个</a:t>
            </a:r>
            <a:r>
              <a:rPr lang="en-US" altLang="zh-CN" sz="4000" b="1" spc="0">
                <a:effectLst>
                  <a:outerShdw blurRad="38100" dist="38100" dir="2700000" algn="tl">
                    <a:schemeClr val="bg2"/>
                  </a:outerShdw>
                </a:effectLst>
                <a:latin typeface="华文新魏" pitchFamily="2" charset="-122"/>
              </a:rPr>
              <a:t>Java</a:t>
            </a:r>
            <a:r>
              <a:rPr lang="zh-CN" altLang="en-US" sz="4000" b="1" spc="0">
                <a:effectLst>
                  <a:outerShdw blurRad="38100" dist="38100" dir="2700000" algn="tl">
                    <a:schemeClr val="bg2"/>
                  </a:outerShdw>
                </a:effectLst>
                <a:latin typeface="华文新魏" pitchFamily="2" charset="-122"/>
              </a:rPr>
              <a:t>应用程序</a:t>
            </a:r>
            <a:r>
              <a:rPr lang="zh-CN" altLang="en-US" sz="4000" spc="0">
                <a:effectLst>
                  <a:outerShdw blurRad="38100" dist="38100" dir="2700000" algn="tl">
                    <a:schemeClr val="bg2"/>
                  </a:outerShdw>
                </a:effectLst>
              </a:rPr>
              <a:t> </a:t>
            </a:r>
            <a:endParaRPr lang="zh-CN" altLang="en-US">
              <a:effectLst>
                <a:outerShdw blurRad="38100" dist="38100" dir="2700000" algn="tl">
                  <a:schemeClr val="bg2"/>
                </a:outerShdw>
              </a:effectLst>
            </a:endParaRPr>
          </a:p>
        </p:txBody>
      </p:sp>
      <p:grpSp>
        <p:nvGrpSpPr>
          <p:cNvPr id="100355" name="Group 3"/>
          <p:cNvGrpSpPr/>
          <p:nvPr/>
        </p:nvGrpSpPr>
        <p:grpSpPr>
          <a:xfrm>
            <a:off x="900113" y="1484313"/>
            <a:ext cx="2159000" cy="565150"/>
            <a:chOff x="0" y="0"/>
            <a:chExt cx="4840" cy="475"/>
          </a:xfrm>
        </p:grpSpPr>
        <p:sp>
          <p:nvSpPr>
            <p:cNvPr id="100370" name="AutoShape 21"/>
            <p:cNvSpPr/>
            <p:nvPr/>
          </p:nvSpPr>
          <p:spPr>
            <a:xfrm>
              <a:off x="0" y="0"/>
              <a:ext cx="4840" cy="475"/>
            </a:xfrm>
            <a:prstGeom prst="roundRect">
              <a:avLst>
                <a:gd name="adj" fmla="val 9028"/>
              </a:avLst>
            </a:prstGeom>
            <a:gradFill rotWithShape="0">
              <a:gsLst>
                <a:gs pos="0">
                  <a:srgbClr val="CC3300">
                    <a:alpha val="81000"/>
                  </a:srgbClr>
                </a:gs>
                <a:gs pos="100000">
                  <a:schemeClr val="tx2"/>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lnSpc>
                  <a:spcPct val="140000"/>
                </a:lnSpc>
                <a:spcBef>
                  <a:spcPct val="0"/>
                </a:spcBef>
                <a:buClrTx/>
                <a:buSzTx/>
                <a:buNone/>
              </a:pPr>
              <a:endParaRPr lang="zh-CN" altLang="en-US" sz="8800" b="1">
                <a:solidFill>
                  <a:srgbClr val="FFFF00"/>
                </a:solidFill>
                <a:ea typeface="宋体" panose="02010600030101010101" pitchFamily="2" charset="-122"/>
              </a:endParaRPr>
            </a:p>
          </p:txBody>
        </p:sp>
        <p:sp>
          <p:nvSpPr>
            <p:cNvPr id="100371" name="AutoShape 22"/>
            <p:cNvSpPr/>
            <p:nvPr/>
          </p:nvSpPr>
          <p:spPr>
            <a:xfrm>
              <a:off x="19" y="14"/>
              <a:ext cx="4802" cy="220"/>
            </a:xfrm>
            <a:prstGeom prst="roundRect">
              <a:avLst>
                <a:gd name="adj" fmla="val 13880"/>
              </a:avLst>
            </a:prstGeom>
            <a:gradFill rotWithShape="0">
              <a:gsLst>
                <a:gs pos="0">
                  <a:schemeClr val="bg1">
                    <a:alpha val="67000"/>
                  </a:schemeClr>
                </a:gs>
                <a:gs pos="100000">
                  <a:schemeClr val="tx2">
                    <a:alpha val="0"/>
                  </a:schemeClr>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lnSpc>
                  <a:spcPct val="140000"/>
                </a:lnSpc>
                <a:spcBef>
                  <a:spcPct val="0"/>
                </a:spcBef>
                <a:buClrTx/>
                <a:buSzTx/>
                <a:buNone/>
              </a:pPr>
              <a:endParaRPr lang="zh-CN" altLang="en-US" sz="8800" b="1">
                <a:solidFill>
                  <a:srgbClr val="FFFF00"/>
                </a:solidFill>
                <a:ea typeface="宋体" panose="02010600030101010101" pitchFamily="2" charset="-122"/>
              </a:endParaRPr>
            </a:p>
          </p:txBody>
        </p:sp>
      </p:grpSp>
      <p:pic>
        <p:nvPicPr>
          <p:cNvPr id="100356" name="Picture 23"/>
          <p:cNvPicPr>
            <a:picLocks noChangeAspect="1"/>
          </p:cNvPicPr>
          <p:nvPr/>
        </p:nvPicPr>
        <p:blipFill>
          <a:blip r:embed="rId1"/>
          <a:stretch>
            <a:fillRect/>
          </a:stretch>
        </p:blipFill>
        <p:spPr>
          <a:xfrm>
            <a:off x="1046163" y="1700213"/>
            <a:ext cx="166687" cy="150812"/>
          </a:xfrm>
          <a:prstGeom prst="rect">
            <a:avLst/>
          </a:prstGeom>
          <a:noFill/>
          <a:ln>
            <a:noFill/>
            <a:miter lim="800000"/>
            <a:headEnd/>
            <a:tailEnd/>
          </a:ln>
        </p:spPr>
      </p:pic>
      <p:sp>
        <p:nvSpPr>
          <p:cNvPr id="100357" name="Rectangle 29"/>
          <p:cNvSpPr/>
          <p:nvPr/>
        </p:nvSpPr>
        <p:spPr>
          <a:xfrm>
            <a:off x="1331913" y="1557338"/>
            <a:ext cx="1727200" cy="365125"/>
          </a:xfrm>
          <a:prstGeom prst="rect">
            <a:avLst/>
          </a:prstGeom>
          <a:noFill/>
          <a:ln>
            <a:noFill/>
            <a:miter lim="800000"/>
          </a:ln>
          <a:effectLst>
            <a:outerShdw dist="28398" dir="3806097" algn="ctr">
              <a:schemeClr val="tx1"/>
            </a:outerShdw>
          </a:effectLst>
        </p:spPr>
        <p:txBody>
          <a:bodyPr lIns="0" tIns="0" rIns="0" bIns="0">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r>
              <a:rPr lang="zh-CN" altLang="en-US" sz="2400" b="1">
                <a:solidFill>
                  <a:schemeClr val="bg1"/>
                </a:solidFill>
                <a:latin typeface="Arial" panose="020B0604020202020204" pitchFamily="34" charset="0"/>
              </a:rPr>
              <a:t>学习目标</a:t>
            </a:r>
            <a:endParaRPr lang="zh-CN" altLang="en-US" sz="2400" b="1">
              <a:solidFill>
                <a:schemeClr val="bg1"/>
              </a:solidFill>
              <a:latin typeface="Arial" panose="020B0604020202020204" pitchFamily="34" charset="0"/>
            </a:endParaRPr>
          </a:p>
        </p:txBody>
      </p:sp>
      <p:cxnSp>
        <p:nvCxnSpPr>
          <p:cNvPr id="100358" name="Line 5"/>
          <p:cNvCxnSpPr/>
          <p:nvPr/>
        </p:nvCxnSpPr>
        <p:spPr>
          <a:xfrm>
            <a:off x="1631950" y="2606675"/>
            <a:ext cx="3810000" cy="0"/>
          </a:xfrm>
          <a:prstGeom prst="line">
            <a:avLst/>
          </a:prstGeom>
          <a:noFill/>
          <a:ln w="12700" cap="rnd">
            <a:solidFill>
              <a:srgbClr val="FFFFFF"/>
            </a:solidFill>
            <a:prstDash val="sysDot"/>
            <a:miter lim="800000"/>
          </a:ln>
        </p:spPr>
      </p:cxnSp>
      <p:sp>
        <p:nvSpPr>
          <p:cNvPr id="100359" name="Oval 6"/>
          <p:cNvSpPr/>
          <p:nvPr/>
        </p:nvSpPr>
        <p:spPr>
          <a:xfrm>
            <a:off x="971550" y="2492375"/>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0360" name="Rectangle 7"/>
          <p:cNvSpPr/>
          <p:nvPr/>
        </p:nvSpPr>
        <p:spPr>
          <a:xfrm>
            <a:off x="1476375" y="2349500"/>
            <a:ext cx="3927475" cy="457200"/>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sz="2400" b="1">
                <a:solidFill>
                  <a:schemeClr val="tx1"/>
                </a:solidFill>
                <a:latin typeface="Arial" panose="020B0604020202020204" pitchFamily="34" charset="0"/>
                <a:ea typeface="宋体" panose="02010600030101010101" pitchFamily="2" charset="-122"/>
              </a:rPr>
              <a:t>了解</a:t>
            </a:r>
            <a:r>
              <a:rPr lang="en-US" altLang="zh-CN" sz="2400" b="1">
                <a:solidFill>
                  <a:schemeClr val="tx1"/>
                </a:solidFill>
                <a:latin typeface="Arial" panose="020B0604020202020204" pitchFamily="34" charset="0"/>
                <a:ea typeface="宋体" panose="02010600030101010101" pitchFamily="2" charset="-122"/>
              </a:rPr>
              <a:t>Java</a:t>
            </a:r>
            <a:r>
              <a:rPr lang="zh-CN" altLang="en-US" sz="2400" b="1">
                <a:solidFill>
                  <a:schemeClr val="tx1"/>
                </a:solidFill>
                <a:latin typeface="Arial" panose="020B0604020202020204" pitchFamily="34" charset="0"/>
                <a:ea typeface="宋体" panose="02010600030101010101" pitchFamily="2" charset="-122"/>
              </a:rPr>
              <a:t>程序的基本规范。</a:t>
            </a:r>
            <a:endParaRPr lang="zh-CN" altLang="en-US" sz="2400" b="1">
              <a:solidFill>
                <a:schemeClr val="tx1"/>
              </a:solidFill>
              <a:latin typeface="Arial" panose="020B0604020202020204" pitchFamily="34" charset="0"/>
              <a:ea typeface="宋体" panose="02010600030101010101" pitchFamily="2" charset="-122"/>
            </a:endParaRPr>
          </a:p>
        </p:txBody>
      </p:sp>
      <p:cxnSp>
        <p:nvCxnSpPr>
          <p:cNvPr id="100361" name="Line 9"/>
          <p:cNvCxnSpPr/>
          <p:nvPr/>
        </p:nvCxnSpPr>
        <p:spPr>
          <a:xfrm>
            <a:off x="1200150" y="3370263"/>
            <a:ext cx="3810000" cy="0"/>
          </a:xfrm>
          <a:prstGeom prst="line">
            <a:avLst/>
          </a:prstGeom>
          <a:noFill/>
          <a:ln w="12700" cap="rnd">
            <a:solidFill>
              <a:srgbClr val="FFFFFF"/>
            </a:solidFill>
            <a:prstDash val="sysDot"/>
            <a:miter lim="800000"/>
          </a:ln>
        </p:spPr>
      </p:cxnSp>
      <p:sp>
        <p:nvSpPr>
          <p:cNvPr id="100362" name="Oval 10"/>
          <p:cNvSpPr/>
          <p:nvPr/>
        </p:nvSpPr>
        <p:spPr>
          <a:xfrm>
            <a:off x="971550" y="3213100"/>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0363" name="Rectangle 7"/>
          <p:cNvSpPr/>
          <p:nvPr/>
        </p:nvSpPr>
        <p:spPr>
          <a:xfrm>
            <a:off x="1476375" y="3070225"/>
            <a:ext cx="4540250" cy="457200"/>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sz="2400" b="1">
                <a:solidFill>
                  <a:schemeClr val="tx1"/>
                </a:solidFill>
                <a:latin typeface="Arial" panose="020B0604020202020204" pitchFamily="34" charset="0"/>
                <a:ea typeface="宋体" panose="02010600030101010101" pitchFamily="2" charset="-122"/>
              </a:rPr>
              <a:t>掌握</a:t>
            </a:r>
            <a:r>
              <a:rPr lang="en-US" altLang="zh-CN" sz="2400" b="1">
                <a:solidFill>
                  <a:schemeClr val="tx1"/>
                </a:solidFill>
                <a:latin typeface="Arial" panose="020B0604020202020204" pitchFamily="34" charset="0"/>
                <a:ea typeface="宋体" panose="02010600030101010101" pitchFamily="2" charset="-122"/>
              </a:rPr>
              <a:t>Java</a:t>
            </a:r>
            <a:r>
              <a:rPr lang="zh-CN" altLang="en-US" sz="2400" b="1">
                <a:solidFill>
                  <a:schemeClr val="tx1"/>
                </a:solidFill>
                <a:latin typeface="Arial" panose="020B0604020202020204" pitchFamily="34" charset="0"/>
                <a:ea typeface="宋体" panose="02010600030101010101" pitchFamily="2" charset="-122"/>
              </a:rPr>
              <a:t>程序开发环境的搭建。</a:t>
            </a:r>
            <a:endParaRPr lang="zh-CN" altLang="en-US" sz="2400" b="1">
              <a:solidFill>
                <a:schemeClr val="tx1"/>
              </a:solidFill>
              <a:latin typeface="Arial" panose="020B0604020202020204" pitchFamily="34" charset="0"/>
              <a:ea typeface="宋体" panose="02010600030101010101" pitchFamily="2" charset="-122"/>
            </a:endParaRPr>
          </a:p>
        </p:txBody>
      </p:sp>
      <p:cxnSp>
        <p:nvCxnSpPr>
          <p:cNvPr id="100364" name="Line 13"/>
          <p:cNvCxnSpPr/>
          <p:nvPr/>
        </p:nvCxnSpPr>
        <p:spPr>
          <a:xfrm>
            <a:off x="1200150" y="4113213"/>
            <a:ext cx="3810000" cy="0"/>
          </a:xfrm>
          <a:prstGeom prst="line">
            <a:avLst/>
          </a:prstGeom>
          <a:noFill/>
          <a:ln w="12700" cap="rnd">
            <a:solidFill>
              <a:srgbClr val="FFFFFF"/>
            </a:solidFill>
            <a:prstDash val="sysDot"/>
            <a:miter lim="800000"/>
          </a:ln>
        </p:spPr>
      </p:cxnSp>
      <p:sp>
        <p:nvSpPr>
          <p:cNvPr id="100365" name="Oval 14"/>
          <p:cNvSpPr/>
          <p:nvPr/>
        </p:nvSpPr>
        <p:spPr>
          <a:xfrm>
            <a:off x="971550" y="3933825"/>
            <a:ext cx="228600" cy="228600"/>
          </a:xfrm>
          <a:prstGeom prst="ellipse">
            <a:avLst/>
          </a:prstGeom>
          <a:gradFill rotWithShape="1">
            <a:gsLst>
              <a:gs pos="0">
                <a:srgbClr val="A01DD5"/>
              </a:gs>
              <a:gs pos="100000">
                <a:srgbClr val="6B138E"/>
              </a:gs>
            </a:gsLst>
            <a:path path="shape">
              <a:fillToRect l="50000" t="50000" r="50000" b="50000"/>
            </a:path>
          </a:gradFill>
          <a:ln w="19050">
            <a:solidFill>
              <a:srgbClr val="FFFFFF"/>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0366" name="Rectangle 7"/>
          <p:cNvSpPr/>
          <p:nvPr/>
        </p:nvSpPr>
        <p:spPr>
          <a:xfrm>
            <a:off x="1476375" y="3790950"/>
            <a:ext cx="4846638" cy="457200"/>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sz="2400" b="1">
                <a:solidFill>
                  <a:schemeClr val="tx1"/>
                </a:solidFill>
                <a:latin typeface="Arial" panose="020B0604020202020204" pitchFamily="34" charset="0"/>
                <a:ea typeface="宋体" panose="02010600030101010101" pitchFamily="2" charset="-122"/>
              </a:rPr>
              <a:t>掌握</a:t>
            </a:r>
            <a:r>
              <a:rPr lang="en-US" altLang="zh-CN" sz="2400" b="1">
                <a:solidFill>
                  <a:schemeClr val="tx1"/>
                </a:solidFill>
                <a:latin typeface="Arial" panose="020B0604020202020204" pitchFamily="34" charset="0"/>
                <a:ea typeface="宋体" panose="02010600030101010101" pitchFamily="2" charset="-122"/>
              </a:rPr>
              <a:t>Java</a:t>
            </a:r>
            <a:r>
              <a:rPr lang="zh-CN" altLang="en-US" sz="2400" b="1">
                <a:solidFill>
                  <a:schemeClr val="tx1"/>
                </a:solidFill>
                <a:latin typeface="Arial" panose="020B0604020202020204" pitchFamily="34" charset="0"/>
                <a:ea typeface="宋体" panose="02010600030101010101" pitchFamily="2" charset="-122"/>
              </a:rPr>
              <a:t>程序的编译和运行方法。</a:t>
            </a:r>
            <a:endParaRPr lang="zh-CN" altLang="en-US" sz="2400" b="1">
              <a:solidFill>
                <a:schemeClr val="tx1"/>
              </a:solidFill>
              <a:latin typeface="Arial" panose="020B0604020202020204" pitchFamily="34" charset="0"/>
              <a:ea typeface="宋体" panose="02010600030101010101" pitchFamily="2" charset="-122"/>
            </a:endParaRPr>
          </a:p>
        </p:txBody>
      </p:sp>
      <p:cxnSp>
        <p:nvCxnSpPr>
          <p:cNvPr id="100367" name="Line 17"/>
          <p:cNvCxnSpPr/>
          <p:nvPr/>
        </p:nvCxnSpPr>
        <p:spPr>
          <a:xfrm>
            <a:off x="1200150" y="4767263"/>
            <a:ext cx="3810000" cy="0"/>
          </a:xfrm>
          <a:prstGeom prst="line">
            <a:avLst/>
          </a:prstGeom>
          <a:noFill/>
          <a:ln w="12700" cap="rnd">
            <a:solidFill>
              <a:srgbClr val="FFFFFF"/>
            </a:solidFill>
            <a:prstDash val="sysDot"/>
            <a:miter lim="800000"/>
          </a:ln>
        </p:spPr>
      </p:cxnSp>
      <p:sp>
        <p:nvSpPr>
          <p:cNvPr id="100368" name="Oval 18"/>
          <p:cNvSpPr/>
          <p:nvPr/>
        </p:nvSpPr>
        <p:spPr>
          <a:xfrm>
            <a:off x="971550" y="4581525"/>
            <a:ext cx="228600" cy="228600"/>
          </a:xfrm>
          <a:prstGeom prst="ellipse">
            <a:avLst/>
          </a:prstGeom>
          <a:gradFill rotWithShape="1">
            <a:gsLst>
              <a:gs pos="0">
                <a:srgbClr val="FCC704"/>
              </a:gs>
              <a:gs pos="100000">
                <a:srgbClr val="A88503"/>
              </a:gs>
            </a:gsLst>
            <a:path path="shape">
              <a:fillToRect l="50000" t="50000" r="50000" b="50000"/>
            </a:path>
          </a:gradFill>
          <a:ln w="19050">
            <a:solidFill>
              <a:srgbClr val="FFFFFF"/>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0369" name="Rectangle 7"/>
          <p:cNvSpPr/>
          <p:nvPr/>
        </p:nvSpPr>
        <p:spPr>
          <a:xfrm>
            <a:off x="1476375" y="4438650"/>
            <a:ext cx="4473575" cy="457200"/>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sz="2400" b="1">
                <a:solidFill>
                  <a:schemeClr val="tx1"/>
                </a:solidFill>
                <a:latin typeface="Arial" panose="020B0604020202020204" pitchFamily="34" charset="0"/>
                <a:ea typeface="宋体" panose="02010600030101010101" pitchFamily="2" charset="-122"/>
              </a:rPr>
              <a:t>掌握数据输入输出的基本方法。</a:t>
            </a:r>
            <a:endParaRPr lang="zh-CN" altLang="en-US" sz="2400" b="1">
              <a:solidFill>
                <a:schemeClr val="tx1"/>
              </a:solidFill>
              <a:latin typeface="Arial" panose="020B0604020202020204" pitchFamily="34" charset="0"/>
              <a:ea typeface="宋体" panose="02010600030101010101" pitchFamily="2" charset="-122"/>
            </a:endParaRPr>
          </a:p>
        </p:txBody>
      </p:sp>
    </p:spTree>
  </p:cSld>
  <p:clrMapOvr>
    <a:masterClrMapping/>
  </p:clrMapOvr>
  <p:transition>
    <p:random/>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2"/>
          <p:cNvSpPr>
            <a:spLocks noGrp="1" noChangeArrowheads="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zh-CN" altLang="en-US" sz="3600" b="1" spc="0">
                <a:effectLst>
                  <a:outerShdw blurRad="38100" dist="38100" dir="2700000" algn="tl">
                    <a:schemeClr val="bg2"/>
                  </a:outerShdw>
                </a:effectLst>
              </a:rPr>
              <a:t>案例引入</a:t>
            </a:r>
            <a:r>
              <a:rPr lang="en-US" altLang="zh-CN" sz="3600" b="1" spc="0">
                <a:effectLst>
                  <a:outerShdw blurRad="38100" dist="38100" dir="2700000" algn="tl">
                    <a:schemeClr val="bg2"/>
                  </a:outerShdw>
                </a:effectLst>
              </a:rPr>
              <a:t>——</a:t>
            </a:r>
            <a:r>
              <a:rPr lang="zh-CN" altLang="en-US" sz="3600" b="1" spc="0">
                <a:effectLst>
                  <a:outerShdw blurRad="38100" dist="38100" dir="2700000" algn="tl">
                    <a:schemeClr val="bg2"/>
                  </a:outerShdw>
                </a:effectLst>
              </a:rPr>
              <a:t>第一个</a:t>
            </a:r>
            <a:r>
              <a:rPr lang="zh-CN" altLang="en-US" sz="3600" b="1" spc="0">
                <a:effectLst>
                  <a:outerShdw blurRad="38100" dist="38100" dir="2700000" algn="tl">
                    <a:schemeClr val="bg2"/>
                  </a:outerShdw>
                </a:effectLst>
                <a:latin typeface="华文新魏" pitchFamily="2" charset="-122"/>
              </a:rPr>
              <a:t>一个</a:t>
            </a:r>
            <a:r>
              <a:rPr lang="en-US" altLang="zh-CN" sz="3600" b="1" spc="0">
                <a:effectLst>
                  <a:outerShdw blurRad="38100" dist="38100" dir="2700000" algn="tl">
                    <a:schemeClr val="bg2"/>
                  </a:outerShdw>
                </a:effectLst>
                <a:latin typeface="华文新魏" pitchFamily="2" charset="-122"/>
              </a:rPr>
              <a:t>Java</a:t>
            </a:r>
            <a:r>
              <a:rPr lang="zh-CN" altLang="en-US" sz="3600" b="1" spc="0">
                <a:effectLst>
                  <a:outerShdw blurRad="38100" dist="38100" dir="2700000" algn="tl">
                    <a:schemeClr val="bg2"/>
                  </a:outerShdw>
                </a:effectLst>
                <a:latin typeface="华文新魏" pitchFamily="2" charset="-122"/>
              </a:rPr>
              <a:t>应用程序</a:t>
            </a:r>
            <a:r>
              <a:rPr lang="zh-CN" altLang="en-US" sz="3600" spc="0">
                <a:effectLst>
                  <a:outerShdw blurRad="38100" dist="38100" dir="2700000" algn="tl">
                    <a:schemeClr val="bg2"/>
                  </a:outerShdw>
                </a:effectLst>
              </a:rPr>
              <a:t> </a:t>
            </a:r>
            <a:endParaRPr lang="zh-CN" altLang="en-US" sz="3600">
              <a:effectLst>
                <a:outerShdw blurRad="38100" dist="38100" dir="2700000" algn="tl">
                  <a:schemeClr val="bg2"/>
                </a:outerShdw>
              </a:effectLst>
            </a:endParaRPr>
          </a:p>
        </p:txBody>
      </p:sp>
      <p:sp>
        <p:nvSpPr>
          <p:cNvPr id="101379" name="AutoShape 23"/>
          <p:cNvSpPr/>
          <p:nvPr/>
        </p:nvSpPr>
        <p:spPr>
          <a:xfrm>
            <a:off x="755650" y="1412875"/>
            <a:ext cx="3240088" cy="592138"/>
          </a:xfrm>
          <a:prstGeom prst="roundRect">
            <a:avLst>
              <a:gd name="adj" fmla="val 50000"/>
            </a:avLst>
          </a:prstGeom>
          <a:gradFill rotWithShape="1">
            <a:gsLst>
              <a:gs pos="0">
                <a:srgbClr val="333399"/>
              </a:gs>
              <a:gs pos="100000">
                <a:srgbClr val="BBE0E3"/>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01380" name="Group 4"/>
          <p:cNvGrpSpPr/>
          <p:nvPr/>
        </p:nvGrpSpPr>
        <p:grpSpPr>
          <a:xfrm>
            <a:off x="425450" y="1319213"/>
            <a:ext cx="812800" cy="812800"/>
            <a:chOff x="0" y="0"/>
            <a:chExt cx="512" cy="512"/>
          </a:xfrm>
        </p:grpSpPr>
        <p:sp>
          <p:nvSpPr>
            <p:cNvPr id="101391" name="AutoShape 25"/>
            <p:cNvSpPr/>
            <p:nvPr/>
          </p:nvSpPr>
          <p:spPr bwMode="auto">
            <a:xfrm>
              <a:off x="0" y="0"/>
              <a:ext cx="512" cy="512"/>
            </a:xfrm>
            <a:custGeom>
              <a:avLst/>
              <a:gdLst>
                <a:gd name="GT0" fmla="*/ 3164 w 21600"/>
                <a:gd name="GT1" fmla="+- l GT0 0"/>
                <a:gd name="GT2" fmla="*/ 3164 h 21600"/>
                <a:gd name="GT3" fmla="+- t GT2 0"/>
                <a:gd name="GT4" fmla="*/ 18436 w 21600"/>
                <a:gd name="GT5" fmla="+- l GT4 0"/>
                <a:gd name="GT6" fmla="*/ 18436 h 21600"/>
                <a:gd name="GT7" fmla="+- t GT6 0"/>
              </a:gdLst>
              <a:ahLst/>
              <a:cxnLst>
                <a:cxn ang="0">
                  <a:pos x="0" y="256"/>
                </a:cxn>
                <a:cxn ang="0">
                  <a:pos x="256" y="0"/>
                </a:cxn>
                <a:cxn ang="0">
                  <a:pos x="512" y="256"/>
                </a:cxn>
                <a:cxn ang="0">
                  <a:pos x="256" y="512"/>
                </a:cxn>
                <a:cxn ang="0">
                  <a:pos x="0" y="256"/>
                </a:cxn>
                <a:cxn ang="0">
                  <a:pos x="128" y="256"/>
                </a:cxn>
                <a:cxn ang="0">
                  <a:pos x="256" y="384"/>
                </a:cxn>
                <a:cxn ang="0">
                  <a:pos x="384" y="256"/>
                </a:cxn>
                <a:cxn ang="0">
                  <a:pos x="256" y="128"/>
                </a:cxn>
                <a:cxn ang="0">
                  <a:pos x="128" y="256"/>
                </a:cxn>
              </a:cxnLst>
              <a:rect l="GT1" t="GT3" r="GT5" b="GT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adFill rotWithShape="1">
              <a:gsLst>
                <a:gs pos="0">
                  <a:srgbClr val="333399"/>
                </a:gs>
                <a:gs pos="100000">
                  <a:srgbClr val="FFFFFF"/>
                </a:gs>
              </a:gsLst>
              <a:path path="rect">
                <a:fillToRect l="100000" t="100000"/>
              </a:path>
            </a:gradFill>
            <a:ln w="9525">
              <a:noFill/>
              <a:round/>
            </a:ln>
            <a:effectLst>
              <a:outerShdw dist="25400" algn="ctr">
                <a:schemeClr val="bg2"/>
              </a:outerShdw>
            </a:effectLst>
          </p:spPr>
          <p:txBody>
            <a:bodyPr/>
            <a:lstStyle/>
            <a:p/>
          </p:txBody>
        </p:sp>
        <p:sp>
          <p:nvSpPr>
            <p:cNvPr id="101392" name="Oval 26"/>
            <p:cNvSpPr/>
            <p:nvPr/>
          </p:nvSpPr>
          <p:spPr>
            <a:xfrm>
              <a:off x="80" y="77"/>
              <a:ext cx="355" cy="355"/>
            </a:xfrm>
            <a:prstGeom prst="ellipse">
              <a:avLst/>
            </a:prstGeom>
            <a:gradFill rotWithShape="1">
              <a:gsLst>
                <a:gs pos="0">
                  <a:srgbClr val="BBE0E3"/>
                </a:gs>
                <a:gs pos="100000">
                  <a:srgbClr val="576869"/>
                </a:gs>
              </a:gsLst>
              <a:path path="rect">
                <a:fillToRect r="100000" b="100000"/>
              </a:path>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01381" name="Rectangle 27"/>
          <p:cNvSpPr/>
          <p:nvPr/>
        </p:nvSpPr>
        <p:spPr>
          <a:xfrm>
            <a:off x="1250950" y="1395413"/>
            <a:ext cx="2528888" cy="6096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sz="2400" b="1">
                <a:solidFill>
                  <a:srgbClr val="FFFFFF"/>
                </a:solidFill>
                <a:latin typeface="Arial" panose="020B0604020202020204" pitchFamily="34" charset="0"/>
                <a:ea typeface="Gulim" panose="020B0600000101010101" pitchFamily="2" charset="-127"/>
              </a:rPr>
              <a:t>案例说明</a:t>
            </a:r>
            <a:endParaRPr lang="zh-CN" altLang="en-US" sz="2400" b="1">
              <a:solidFill>
                <a:srgbClr val="FFFFFF"/>
              </a:solidFill>
              <a:latin typeface="Arial" panose="020B0604020202020204" pitchFamily="34" charset="0"/>
              <a:ea typeface="Gulim" panose="020B0600000101010101" pitchFamily="2" charset="-127"/>
            </a:endParaRPr>
          </a:p>
        </p:txBody>
      </p:sp>
      <p:sp>
        <p:nvSpPr>
          <p:cNvPr id="101382" name="Rectangle 28"/>
          <p:cNvSpPr/>
          <p:nvPr/>
        </p:nvSpPr>
        <p:spPr>
          <a:xfrm>
            <a:off x="628650" y="1484313"/>
            <a:ext cx="369888" cy="4445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en-US" altLang="zh-CN" sz="2400" b="1">
              <a:solidFill>
                <a:srgbClr val="FFFFFF"/>
              </a:solidFill>
              <a:latin typeface="Arial" panose="020B0604020202020204" pitchFamily="34" charset="0"/>
              <a:ea typeface="Gulim" panose="020B0600000101010101" pitchFamily="2" charset="-127"/>
            </a:endParaRPr>
          </a:p>
        </p:txBody>
      </p:sp>
      <p:sp>
        <p:nvSpPr>
          <p:cNvPr id="101383" name="Text Box 25"/>
          <p:cNvSpPr/>
          <p:nvPr/>
        </p:nvSpPr>
        <p:spPr>
          <a:xfrm>
            <a:off x="863600" y="2276475"/>
            <a:ext cx="7669213" cy="915988"/>
          </a:xfrm>
          <a:prstGeom prst="rect">
            <a:avLst/>
          </a:prstGeom>
          <a:noFill/>
          <a:ln>
            <a:noFill/>
            <a:miter lim="800000"/>
          </a:ln>
          <a:effectLst>
            <a:prstShdw prst="shdw13" dist="53882" dir="13500000">
              <a:schemeClr val="bg2">
                <a:alpha val="50000"/>
              </a:schemeClr>
            </a:prstShdw>
          </a:effectLst>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342900" lvl="0" indent="-342900" eaLnBrk="1" hangingPunct="1">
              <a:lnSpc>
                <a:spcPct val="90000"/>
              </a:lnSpc>
              <a:buClr>
                <a:srgbClr val="339966"/>
              </a:buClr>
              <a:buSzTx/>
              <a:buNone/>
            </a:pPr>
            <a:r>
              <a:rPr lang="en-US" altLang="zh-CN" b="1">
                <a:solidFill>
                  <a:schemeClr val="tx1"/>
                </a:solidFill>
              </a:rPr>
              <a:t>Java</a:t>
            </a:r>
            <a:r>
              <a:rPr lang="zh-CN" altLang="en-US" b="1">
                <a:solidFill>
                  <a:schemeClr val="tx1"/>
                </a:solidFill>
              </a:rPr>
              <a:t>程序可分为</a:t>
            </a:r>
            <a:r>
              <a:rPr lang="en-US" altLang="zh-CN" b="1">
                <a:solidFill>
                  <a:schemeClr val="tx1"/>
                </a:solidFill>
              </a:rPr>
              <a:t>Application</a:t>
            </a:r>
            <a:r>
              <a:rPr lang="zh-CN" altLang="en-US" b="1">
                <a:solidFill>
                  <a:schemeClr val="tx1"/>
                </a:solidFill>
              </a:rPr>
              <a:t>（应用程序）和</a:t>
            </a:r>
            <a:r>
              <a:rPr lang="en-US" altLang="zh-CN" b="1">
                <a:solidFill>
                  <a:schemeClr val="tx1"/>
                </a:solidFill>
              </a:rPr>
              <a:t>Applet</a:t>
            </a:r>
            <a:r>
              <a:rPr lang="zh-CN" altLang="en-US" b="1">
                <a:solidFill>
                  <a:schemeClr val="tx1"/>
                </a:solidFill>
              </a:rPr>
              <a:t>（小应用程序）两大类。根据介绍程序语言的传统，首先编写第一个</a:t>
            </a:r>
            <a:r>
              <a:rPr lang="en-US" altLang="zh-CN" b="1">
                <a:solidFill>
                  <a:schemeClr val="tx1"/>
                </a:solidFill>
              </a:rPr>
              <a:t>Java</a:t>
            </a:r>
            <a:r>
              <a:rPr lang="zh-CN" altLang="en-US" b="1">
                <a:solidFill>
                  <a:schemeClr val="tx1"/>
                </a:solidFill>
              </a:rPr>
              <a:t>应用程序，即“</a:t>
            </a:r>
            <a:r>
              <a:rPr lang="en-US" altLang="zh-CN" b="1">
                <a:solidFill>
                  <a:schemeClr val="tx1"/>
                </a:solidFill>
              </a:rPr>
              <a:t>Hello World”</a:t>
            </a:r>
            <a:r>
              <a:rPr lang="zh-CN" altLang="en-US" b="1">
                <a:solidFill>
                  <a:schemeClr val="tx1"/>
                </a:solidFill>
              </a:rPr>
              <a:t>程序。</a:t>
            </a:r>
            <a:endParaRPr lang="zh-CN" altLang="en-US" b="1">
              <a:solidFill>
                <a:schemeClr val="tx1"/>
              </a:solidFill>
            </a:endParaRPr>
          </a:p>
        </p:txBody>
      </p:sp>
      <p:sp>
        <p:nvSpPr>
          <p:cNvPr id="101384" name="AutoShape 23"/>
          <p:cNvSpPr/>
          <p:nvPr/>
        </p:nvSpPr>
        <p:spPr>
          <a:xfrm>
            <a:off x="763588" y="3517900"/>
            <a:ext cx="3240087" cy="592138"/>
          </a:xfrm>
          <a:prstGeom prst="roundRect">
            <a:avLst>
              <a:gd name="adj" fmla="val 50000"/>
            </a:avLst>
          </a:prstGeom>
          <a:gradFill rotWithShape="1">
            <a:gsLst>
              <a:gs pos="0">
                <a:srgbClr val="333399"/>
              </a:gs>
              <a:gs pos="100000">
                <a:srgbClr val="BBE0E3"/>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01385" name="Group 11"/>
          <p:cNvGrpSpPr/>
          <p:nvPr/>
        </p:nvGrpSpPr>
        <p:grpSpPr>
          <a:xfrm>
            <a:off x="433388" y="3424238"/>
            <a:ext cx="812800" cy="812800"/>
            <a:chOff x="0" y="0"/>
            <a:chExt cx="512" cy="512"/>
          </a:xfrm>
        </p:grpSpPr>
        <p:sp>
          <p:nvSpPr>
            <p:cNvPr id="101389" name="AutoShape 25"/>
            <p:cNvSpPr/>
            <p:nvPr/>
          </p:nvSpPr>
          <p:spPr bwMode="auto">
            <a:xfrm>
              <a:off x="0" y="0"/>
              <a:ext cx="512" cy="512"/>
            </a:xfrm>
            <a:custGeom>
              <a:avLst/>
              <a:gdLst>
                <a:gd name="GT0" fmla="*/ 3164 w 21600"/>
                <a:gd name="GT1" fmla="+- l GT0 0"/>
                <a:gd name="GT2" fmla="*/ 3164 h 21600"/>
                <a:gd name="GT3" fmla="+- t GT2 0"/>
                <a:gd name="GT4" fmla="*/ 18436 w 21600"/>
                <a:gd name="GT5" fmla="+- l GT4 0"/>
                <a:gd name="GT6" fmla="*/ 18436 h 21600"/>
                <a:gd name="GT7" fmla="+- t GT6 0"/>
              </a:gdLst>
              <a:ahLst/>
              <a:cxnLst>
                <a:cxn ang="0">
                  <a:pos x="0" y="256"/>
                </a:cxn>
                <a:cxn ang="0">
                  <a:pos x="256" y="0"/>
                </a:cxn>
                <a:cxn ang="0">
                  <a:pos x="512" y="256"/>
                </a:cxn>
                <a:cxn ang="0">
                  <a:pos x="256" y="512"/>
                </a:cxn>
                <a:cxn ang="0">
                  <a:pos x="0" y="256"/>
                </a:cxn>
                <a:cxn ang="0">
                  <a:pos x="128" y="256"/>
                </a:cxn>
                <a:cxn ang="0">
                  <a:pos x="256" y="384"/>
                </a:cxn>
                <a:cxn ang="0">
                  <a:pos x="384" y="256"/>
                </a:cxn>
                <a:cxn ang="0">
                  <a:pos x="256" y="128"/>
                </a:cxn>
                <a:cxn ang="0">
                  <a:pos x="128" y="256"/>
                </a:cxn>
              </a:cxnLst>
              <a:rect l="GT1" t="GT3" r="GT5" b="GT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adFill rotWithShape="1">
              <a:gsLst>
                <a:gs pos="0">
                  <a:srgbClr val="333399"/>
                </a:gs>
                <a:gs pos="100000">
                  <a:srgbClr val="FFFFFF"/>
                </a:gs>
              </a:gsLst>
              <a:path path="rect">
                <a:fillToRect l="100000" t="100000"/>
              </a:path>
            </a:gradFill>
            <a:ln w="9525">
              <a:noFill/>
              <a:round/>
            </a:ln>
            <a:effectLst>
              <a:outerShdw dist="25400" algn="ctr">
                <a:schemeClr val="bg2"/>
              </a:outerShdw>
            </a:effectLst>
          </p:spPr>
          <p:txBody>
            <a:bodyPr/>
            <a:lstStyle/>
            <a:p/>
          </p:txBody>
        </p:sp>
        <p:sp>
          <p:nvSpPr>
            <p:cNvPr id="101390" name="Oval 26"/>
            <p:cNvSpPr/>
            <p:nvPr/>
          </p:nvSpPr>
          <p:spPr>
            <a:xfrm>
              <a:off x="80" y="77"/>
              <a:ext cx="355" cy="355"/>
            </a:xfrm>
            <a:prstGeom prst="ellipse">
              <a:avLst/>
            </a:prstGeom>
            <a:gradFill rotWithShape="1">
              <a:gsLst>
                <a:gs pos="0">
                  <a:srgbClr val="BBE0E3"/>
                </a:gs>
                <a:gs pos="100000">
                  <a:srgbClr val="576869"/>
                </a:gs>
              </a:gsLst>
              <a:path path="rect">
                <a:fillToRect r="100000" b="100000"/>
              </a:path>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01386" name="Rectangle 27"/>
          <p:cNvSpPr/>
          <p:nvPr/>
        </p:nvSpPr>
        <p:spPr>
          <a:xfrm>
            <a:off x="1258888" y="3500438"/>
            <a:ext cx="2528887" cy="6096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sz="2400" b="1">
                <a:solidFill>
                  <a:srgbClr val="FFFFFF"/>
                </a:solidFill>
                <a:latin typeface="Arial" panose="020B0604020202020204" pitchFamily="34" charset="0"/>
                <a:ea typeface="Gulim" panose="020B0600000101010101" pitchFamily="2" charset="-127"/>
              </a:rPr>
              <a:t>案例分析</a:t>
            </a:r>
            <a:endParaRPr lang="zh-CN" altLang="en-US" sz="2400" b="1">
              <a:solidFill>
                <a:srgbClr val="FFFFFF"/>
              </a:solidFill>
              <a:latin typeface="Arial" panose="020B0604020202020204" pitchFamily="34" charset="0"/>
              <a:ea typeface="Gulim" panose="020B0600000101010101" pitchFamily="2" charset="-127"/>
            </a:endParaRPr>
          </a:p>
        </p:txBody>
      </p:sp>
      <p:sp>
        <p:nvSpPr>
          <p:cNvPr id="101387" name="Rectangle 28"/>
          <p:cNvSpPr/>
          <p:nvPr/>
        </p:nvSpPr>
        <p:spPr>
          <a:xfrm>
            <a:off x="636588" y="3589338"/>
            <a:ext cx="369887" cy="4445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en-US" altLang="zh-CN" sz="2400" b="1">
              <a:solidFill>
                <a:srgbClr val="FFFFFF"/>
              </a:solidFill>
              <a:latin typeface="Arial" panose="020B0604020202020204" pitchFamily="34" charset="0"/>
              <a:ea typeface="Gulim" panose="020B0600000101010101" pitchFamily="2" charset="-127"/>
            </a:endParaRPr>
          </a:p>
        </p:txBody>
      </p:sp>
      <p:sp>
        <p:nvSpPr>
          <p:cNvPr id="101388" name="Text Box 32"/>
          <p:cNvSpPr/>
          <p:nvPr/>
        </p:nvSpPr>
        <p:spPr>
          <a:xfrm>
            <a:off x="827088" y="4365625"/>
            <a:ext cx="7669212" cy="915988"/>
          </a:xfrm>
          <a:prstGeom prst="rect">
            <a:avLst/>
          </a:prstGeom>
          <a:noFill/>
          <a:ln>
            <a:noFill/>
            <a:miter lim="800000"/>
          </a:ln>
          <a:effectLst>
            <a:prstShdw prst="shdw13" dist="53882" dir="13500000">
              <a:schemeClr val="bg2">
                <a:alpha val="50000"/>
              </a:schemeClr>
            </a:prstShdw>
          </a:effectLst>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342900" lvl="0" indent="-342900" eaLnBrk="1" hangingPunct="1">
              <a:lnSpc>
                <a:spcPct val="90000"/>
              </a:lnSpc>
              <a:buClr>
                <a:srgbClr val="339966"/>
              </a:buClr>
              <a:buSzTx/>
              <a:buNone/>
            </a:pPr>
            <a:r>
              <a:rPr lang="en-US" altLang="zh-CN" b="1">
                <a:solidFill>
                  <a:schemeClr val="tx1"/>
                </a:solidFill>
              </a:rPr>
              <a:t>要完成本案例程序，首先要在Windows系统上（本书所有案例及实训练习均在Windows操作系统上实现）搭建Java开发环境，然后使用文本编辑器编辑源程序，而后完成编译和运行</a:t>
            </a:r>
            <a:r>
              <a:rPr lang="zh-CN" altLang="en-US" b="1">
                <a:solidFill>
                  <a:schemeClr val="tx1"/>
                </a:solidFill>
              </a:rPr>
              <a:t>。</a:t>
            </a:r>
            <a:endParaRPr lang="zh-CN" altLang="en-US" b="1">
              <a:solidFill>
                <a:schemeClr val="tx1"/>
              </a:solidFill>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0"/>
                                          </p:stCondLst>
                                        </p:cTn>
                                        <p:tgtEl>
                                          <p:spTgt spid="101379"/>
                                        </p:tgtEl>
                                        <p:attrNameLst>
                                          <p:attrName>style.visibility</p:attrName>
                                        </p:attrNameLst>
                                      </p:cBhvr>
                                      <p:to>
                                        <p:strVal val="visible"/>
                                      </p:to>
                                    </p:set>
                                    <p:anim calcmode="lin" valueType="num">
                                      <p:cBhvr>
                                        <p:cTn id="7" dur="1" fill="hold"/>
                                        <p:tgtEl>
                                          <p:spTgt spid="101379"/>
                                        </p:tgtEl>
                                      </p:cBhvr>
                                    </p:anim>
                                  </p:childTnLst>
                                </p:cTn>
                              </p:par>
                              <p:par>
                                <p:cTn id="8" presetID="24" presetClass="entr" presetSubtype="0" fill="hold" nodeType="withEffect">
                                  <p:stCondLst>
                                    <p:cond delay="0"/>
                                  </p:stCondLst>
                                  <p:childTnLst>
                                    <p:set>
                                      <p:cBhvr>
                                        <p:cTn id="9" dur="1" fill="hold">
                                          <p:stCondLst>
                                            <p:cond delay="0"/>
                                          </p:stCondLst>
                                        </p:cTn>
                                        <p:tgtEl>
                                          <p:spTgt spid="101380"/>
                                        </p:tgtEl>
                                        <p:attrNameLst>
                                          <p:attrName>style.visibility</p:attrName>
                                        </p:attrNameLst>
                                      </p:cBhvr>
                                      <p:to>
                                        <p:strVal val="visible"/>
                                      </p:to>
                                    </p:set>
                                    <p:anim calcmode="lin" valueType="num">
                                      <p:cBhvr>
                                        <p:cTn id="10" dur="1" fill="hold"/>
                                        <p:tgtEl>
                                          <p:spTgt spid="101380"/>
                                        </p:tgtEl>
                                      </p:cBhvr>
                                    </p:anim>
                                  </p:childTnLst>
                                </p:cTn>
                              </p:par>
                              <p:par>
                                <p:cTn id="11" presetID="24" presetClass="entr" presetSubtype="0" fill="hold" nodeType="withEffect">
                                  <p:stCondLst>
                                    <p:cond delay="0"/>
                                  </p:stCondLst>
                                  <p:childTnLst>
                                    <p:set>
                                      <p:cBhvr>
                                        <p:cTn id="12" dur="1" fill="hold">
                                          <p:stCondLst>
                                            <p:cond delay="0"/>
                                          </p:stCondLst>
                                        </p:cTn>
                                        <p:tgtEl>
                                          <p:spTgt spid="101381"/>
                                        </p:tgtEl>
                                        <p:attrNameLst>
                                          <p:attrName>style.visibility</p:attrName>
                                        </p:attrNameLst>
                                      </p:cBhvr>
                                      <p:to>
                                        <p:strVal val="visible"/>
                                      </p:to>
                                    </p:set>
                                    <p:anim calcmode="lin" valueType="num">
                                      <p:cBhvr>
                                        <p:cTn id="13" dur="1" fill="hold"/>
                                        <p:tgtEl>
                                          <p:spTgt spid="101381"/>
                                        </p:tgtEl>
                                      </p:cBhvr>
                                    </p:anim>
                                  </p:childTnLst>
                                </p:cTn>
                              </p:par>
                              <p:par>
                                <p:cTn id="14" presetID="24" presetClass="entr" presetSubtype="0" fill="hold" nodeType="withEffect">
                                  <p:stCondLst>
                                    <p:cond delay="0"/>
                                  </p:stCondLst>
                                  <p:childTnLst>
                                    <p:set>
                                      <p:cBhvr>
                                        <p:cTn id="15" dur="1" fill="hold">
                                          <p:stCondLst>
                                            <p:cond delay="0"/>
                                          </p:stCondLst>
                                        </p:cTn>
                                        <p:tgtEl>
                                          <p:spTgt spid="101382"/>
                                        </p:tgtEl>
                                        <p:attrNameLst>
                                          <p:attrName>style.visibility</p:attrName>
                                        </p:attrNameLst>
                                      </p:cBhvr>
                                      <p:to>
                                        <p:strVal val="visible"/>
                                      </p:to>
                                    </p:set>
                                    <p:anim calcmode="lin" valueType="num">
                                      <p:cBhvr>
                                        <p:cTn id="16" dur="1" fill="hold"/>
                                        <p:tgtEl>
                                          <p:spTgt spid="101382"/>
                                        </p:tgtEl>
                                      </p:cBhvr>
                                    </p:anim>
                                  </p:childTnLst>
                                </p:cTn>
                              </p:par>
                              <p:par>
                                <p:cTn id="17" presetID="24" presetClass="entr" presetSubtype="0" fill="hold" nodeType="withEffect">
                                  <p:stCondLst>
                                    <p:cond delay="0"/>
                                  </p:stCondLst>
                                  <p:childTnLst>
                                    <p:set>
                                      <p:cBhvr>
                                        <p:cTn id="18" dur="1" fill="hold">
                                          <p:stCondLst>
                                            <p:cond delay="0"/>
                                          </p:stCondLst>
                                        </p:cTn>
                                        <p:tgtEl>
                                          <p:spTgt spid="101383"/>
                                        </p:tgtEl>
                                        <p:attrNameLst>
                                          <p:attrName>style.visibility</p:attrName>
                                        </p:attrNameLst>
                                      </p:cBhvr>
                                      <p:to>
                                        <p:strVal val="visible"/>
                                      </p:to>
                                    </p:set>
                                    <p:anim calcmode="lin" valueType="num">
                                      <p:cBhvr>
                                        <p:cTn id="19" dur="1" fill="hold"/>
                                        <p:tgtEl>
                                          <p:spTgt spid="101383"/>
                                        </p:tgtEl>
                                      </p:cBhvr>
                                    </p:anim>
                                  </p:childTnLst>
                                </p:cTn>
                              </p:par>
                            </p:childTnLst>
                          </p:cTn>
                        </p:par>
                      </p:childTnLst>
                    </p:cTn>
                  </p:par>
                  <p:par>
                    <p:cTn id="20" fill="hold">
                      <p:stCondLst>
                        <p:cond delay="indefinite"/>
                      </p:stCondLst>
                      <p:childTnLst>
                        <p:par>
                          <p:cTn id="21" fill="hold">
                            <p:stCondLst>
                              <p:cond delay="0"/>
                            </p:stCondLst>
                            <p:childTnLst>
                              <p:par>
                                <p:cTn id="22" presetID="24" presetClass="entr" presetSubtype="0" fill="hold" nodeType="clickEffect">
                                  <p:stCondLst>
                                    <p:cond delay="0"/>
                                  </p:stCondLst>
                                  <p:childTnLst>
                                    <p:set>
                                      <p:cBhvr>
                                        <p:cTn id="23" dur="1" fill="hold">
                                          <p:stCondLst>
                                            <p:cond delay="0"/>
                                          </p:stCondLst>
                                        </p:cTn>
                                        <p:tgtEl>
                                          <p:spTgt spid="101384"/>
                                        </p:tgtEl>
                                        <p:attrNameLst>
                                          <p:attrName>style.visibility</p:attrName>
                                        </p:attrNameLst>
                                      </p:cBhvr>
                                      <p:to>
                                        <p:strVal val="visible"/>
                                      </p:to>
                                    </p:set>
                                    <p:anim calcmode="lin" valueType="num">
                                      <p:cBhvr>
                                        <p:cTn id="24" dur="1" fill="hold"/>
                                        <p:tgtEl>
                                          <p:spTgt spid="101384"/>
                                        </p:tgtEl>
                                      </p:cBhvr>
                                    </p:anim>
                                  </p:childTnLst>
                                </p:cTn>
                              </p:par>
                              <p:par>
                                <p:cTn id="25" presetID="24" presetClass="entr" presetSubtype="0" fill="hold" nodeType="withEffect">
                                  <p:stCondLst>
                                    <p:cond delay="0"/>
                                  </p:stCondLst>
                                  <p:childTnLst>
                                    <p:set>
                                      <p:cBhvr>
                                        <p:cTn id="26" dur="1" fill="hold">
                                          <p:stCondLst>
                                            <p:cond delay="0"/>
                                          </p:stCondLst>
                                        </p:cTn>
                                        <p:tgtEl>
                                          <p:spTgt spid="101385"/>
                                        </p:tgtEl>
                                        <p:attrNameLst>
                                          <p:attrName>style.visibility</p:attrName>
                                        </p:attrNameLst>
                                      </p:cBhvr>
                                      <p:to>
                                        <p:strVal val="visible"/>
                                      </p:to>
                                    </p:set>
                                    <p:anim calcmode="lin" valueType="num">
                                      <p:cBhvr>
                                        <p:cTn id="27" dur="1" fill="hold"/>
                                        <p:tgtEl>
                                          <p:spTgt spid="101385"/>
                                        </p:tgtEl>
                                      </p:cBhvr>
                                    </p:anim>
                                  </p:childTnLst>
                                </p:cTn>
                              </p:par>
                              <p:par>
                                <p:cTn id="28" presetID="24" presetClass="entr" presetSubtype="0" fill="hold" nodeType="withEffect">
                                  <p:stCondLst>
                                    <p:cond delay="0"/>
                                  </p:stCondLst>
                                  <p:childTnLst>
                                    <p:set>
                                      <p:cBhvr>
                                        <p:cTn id="29" dur="1" fill="hold">
                                          <p:stCondLst>
                                            <p:cond delay="0"/>
                                          </p:stCondLst>
                                        </p:cTn>
                                        <p:tgtEl>
                                          <p:spTgt spid="101386"/>
                                        </p:tgtEl>
                                        <p:attrNameLst>
                                          <p:attrName>style.visibility</p:attrName>
                                        </p:attrNameLst>
                                      </p:cBhvr>
                                      <p:to>
                                        <p:strVal val="visible"/>
                                      </p:to>
                                    </p:set>
                                    <p:anim calcmode="lin" valueType="num">
                                      <p:cBhvr>
                                        <p:cTn id="30" dur="1" fill="hold"/>
                                        <p:tgtEl>
                                          <p:spTgt spid="101386"/>
                                        </p:tgtEl>
                                      </p:cBhvr>
                                    </p:anim>
                                  </p:childTnLst>
                                </p:cTn>
                              </p:par>
                              <p:par>
                                <p:cTn id="31" presetID="24" presetClass="entr" presetSubtype="0" fill="hold" nodeType="withEffect">
                                  <p:stCondLst>
                                    <p:cond delay="0"/>
                                  </p:stCondLst>
                                  <p:childTnLst>
                                    <p:set>
                                      <p:cBhvr>
                                        <p:cTn id="32" dur="1" fill="hold">
                                          <p:stCondLst>
                                            <p:cond delay="0"/>
                                          </p:stCondLst>
                                        </p:cTn>
                                        <p:tgtEl>
                                          <p:spTgt spid="101387"/>
                                        </p:tgtEl>
                                        <p:attrNameLst>
                                          <p:attrName>style.visibility</p:attrName>
                                        </p:attrNameLst>
                                      </p:cBhvr>
                                      <p:to>
                                        <p:strVal val="visible"/>
                                      </p:to>
                                    </p:set>
                                    <p:anim calcmode="lin" valueType="num">
                                      <p:cBhvr>
                                        <p:cTn id="33" dur="1" fill="hold"/>
                                        <p:tgtEl>
                                          <p:spTgt spid="101387"/>
                                        </p:tgtEl>
                                      </p:cBhvr>
                                    </p:anim>
                                  </p:childTnLst>
                                </p:cTn>
                              </p:par>
                              <p:par>
                                <p:cTn id="34" presetID="24" presetClass="entr" presetSubtype="0" fill="hold" nodeType="withEffect">
                                  <p:stCondLst>
                                    <p:cond delay="0"/>
                                  </p:stCondLst>
                                  <p:childTnLst>
                                    <p:set>
                                      <p:cBhvr>
                                        <p:cTn id="35" dur="1" fill="hold">
                                          <p:stCondLst>
                                            <p:cond delay="0"/>
                                          </p:stCondLst>
                                        </p:cTn>
                                        <p:tgtEl>
                                          <p:spTgt spid="101388"/>
                                        </p:tgtEl>
                                        <p:attrNameLst>
                                          <p:attrName>style.visibility</p:attrName>
                                        </p:attrNameLst>
                                      </p:cBhvr>
                                      <p:to>
                                        <p:strVal val="visible"/>
                                      </p:to>
                                    </p:set>
                                    <p:anim calcmode="lin" valueType="num">
                                      <p:cBhvr>
                                        <p:cTn id="36" dur="1" fill="hold"/>
                                        <p:tgtEl>
                                          <p:spTgt spid="101388"/>
                                        </p:tgtEl>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4000" b="1" spc="0">
                <a:effectLst>
                  <a:outerShdw blurRad="38100" dist="38100" dir="2700000" algn="tl">
                    <a:schemeClr val="bg2"/>
                  </a:outerShdw>
                </a:effectLst>
              </a:rPr>
              <a:t>1.2   </a:t>
            </a:r>
            <a:r>
              <a:rPr lang="zh-CN" altLang="en-US" sz="4000" b="1" spc="0">
                <a:effectLst>
                  <a:outerShdw blurRad="38100" dist="38100" dir="2700000" algn="tl">
                    <a:schemeClr val="bg2"/>
                  </a:outerShdw>
                </a:effectLst>
              </a:rPr>
              <a:t>知识准备</a:t>
            </a:r>
            <a:endParaRPr lang="zh-CN" altLang="en-US" b="1">
              <a:effectLst>
                <a:outerShdw blurRad="38100" dist="38100" dir="2700000" algn="tl">
                  <a:schemeClr val="bg2"/>
                </a:outerShdw>
              </a:effectLst>
            </a:endParaRPr>
          </a:p>
        </p:txBody>
      </p:sp>
      <p:sp>
        <p:nvSpPr>
          <p:cNvPr id="102403" name="AutoShape 28"/>
          <p:cNvSpPr/>
          <p:nvPr/>
        </p:nvSpPr>
        <p:spPr>
          <a:xfrm>
            <a:off x="850900" y="1976438"/>
            <a:ext cx="7537450" cy="2389187"/>
          </a:xfrm>
          <a:prstGeom prst="roundRect">
            <a:avLst>
              <a:gd name="adj" fmla="val 9741"/>
            </a:avLst>
          </a:prstGeom>
          <a:gradFill rotWithShape="1">
            <a:gsLst>
              <a:gs pos="0">
                <a:srgbClr val="D3F7ED"/>
              </a:gs>
              <a:gs pos="100000">
                <a:srgbClr val="FFFFFF">
                  <a:alpha val="50000"/>
                </a:srgbClr>
              </a:gs>
            </a:gsLst>
            <a:lin ang="0" scaled="1"/>
          </a:gradFill>
          <a:ln w="57150" cmpd="thickThin">
            <a:solidFill>
              <a:srgbClr val="15A76F">
                <a:alpha val="94116"/>
              </a:srgbClr>
            </a:solidFill>
            <a:miter lim="800000"/>
          </a:ln>
        </p:spPr>
        <p:txBody>
          <a:bodyPr wrap="none" lIns="305970" tIns="190781" rIns="91431" bIns="45716"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lnSpc>
                <a:spcPct val="120000"/>
              </a:lnSpc>
              <a:spcBef>
                <a:spcPct val="0"/>
              </a:spcBef>
              <a:buClrTx/>
              <a:buSzTx/>
              <a:buFontTx/>
              <a:buNone/>
            </a:pPr>
            <a:endParaRPr lang="en-US" altLang="zh-CN" sz="1800">
              <a:solidFill>
                <a:schemeClr val="tx1"/>
              </a:solidFill>
              <a:latin typeface="Arial" panose="020B0604020202020204" pitchFamily="34" charset="0"/>
              <a:ea typeface="宋体" panose="02010600030101010101" pitchFamily="2" charset="-122"/>
            </a:endParaRPr>
          </a:p>
        </p:txBody>
      </p:sp>
      <p:sp>
        <p:nvSpPr>
          <p:cNvPr id="102404" name="AutoShape 31"/>
          <p:cNvSpPr/>
          <p:nvPr/>
        </p:nvSpPr>
        <p:spPr>
          <a:xfrm>
            <a:off x="649288" y="1724025"/>
            <a:ext cx="5653087" cy="501650"/>
          </a:xfrm>
          <a:prstGeom prst="roundRect">
            <a:avLst>
              <a:gd name="adj" fmla="val 50000"/>
            </a:avLst>
          </a:prstGeom>
          <a:gradFill rotWithShape="1">
            <a:gsLst>
              <a:gs pos="0">
                <a:srgbClr val="F9F9F9"/>
              </a:gs>
              <a:gs pos="50000">
                <a:srgbClr val="C0C0C0"/>
              </a:gs>
              <a:gs pos="100000">
                <a:srgbClr val="F9F9F9"/>
              </a:gs>
            </a:gsLst>
            <a:lin ang="18900000" scaled="1"/>
          </a:gradFill>
          <a:ln>
            <a:noFill/>
            <a:miter lim="800000"/>
          </a:ln>
          <a:effectLst>
            <a:prstShdw prst="shdw17" dist="17961" dir="2700000">
              <a:srgbClr val="737373"/>
            </a:prstShdw>
          </a:effectLst>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2405" name="AutoShape 32"/>
          <p:cNvSpPr/>
          <p:nvPr/>
        </p:nvSpPr>
        <p:spPr>
          <a:xfrm>
            <a:off x="755650" y="1773238"/>
            <a:ext cx="5438775" cy="403225"/>
          </a:xfrm>
          <a:prstGeom prst="roundRect">
            <a:avLst>
              <a:gd name="adj" fmla="val 50000"/>
            </a:avLst>
          </a:prstGeom>
          <a:gradFill rotWithShape="1">
            <a:gsLst>
              <a:gs pos="0">
                <a:srgbClr val="C9EDE5"/>
              </a:gs>
              <a:gs pos="100000">
                <a:srgbClr val="20B494"/>
              </a:gs>
            </a:gsLst>
            <a:lin ang="18900000" scaled="1"/>
          </a:gradFill>
          <a:ln>
            <a:noFill/>
            <a:miter lim="800000"/>
          </a:ln>
          <a:effectLst>
            <a:prstShdw prst="shdw17" dist="17961" dir="2700000">
              <a:srgbClr val="136C59"/>
            </a:prstShdw>
          </a:effectLst>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Blip>
                <a:blip r:embed="rId1"/>
              </a:buBlip>
            </a:pPr>
            <a:r>
              <a:rPr lang="en-US" altLang="zh-CN" sz="1900">
                <a:solidFill>
                  <a:srgbClr val="000099"/>
                </a:solidFill>
                <a:latin typeface="HY헤드라인M"/>
                <a:ea typeface="HY헤드라인M"/>
              </a:rPr>
              <a:t> </a:t>
            </a:r>
            <a:r>
              <a:rPr lang="en-US" altLang="zh-CN" b="1">
                <a:solidFill>
                  <a:srgbClr val="000099"/>
                </a:solidFill>
                <a:latin typeface="HY헤드라인M"/>
                <a:ea typeface="HY헤드라인M"/>
              </a:rPr>
              <a:t>1.2.1 Java</a:t>
            </a:r>
            <a:r>
              <a:rPr lang="zh-CN" altLang="en-US" b="1">
                <a:solidFill>
                  <a:srgbClr val="000099"/>
                </a:solidFill>
                <a:latin typeface="HY헤드라인M"/>
                <a:ea typeface="HY헤드라인M"/>
              </a:rPr>
              <a:t>语言简介 </a:t>
            </a:r>
            <a:endParaRPr lang="ko-KR" altLang="en-US" b="1">
              <a:solidFill>
                <a:srgbClr val="000099"/>
              </a:solidFill>
              <a:latin typeface="HY헤드라인M"/>
              <a:ea typeface="HY헤드라인M"/>
            </a:endParaRPr>
          </a:p>
        </p:txBody>
      </p:sp>
      <p:sp>
        <p:nvSpPr>
          <p:cNvPr id="102406" name="Text Box 8"/>
          <p:cNvSpPr/>
          <p:nvPr/>
        </p:nvSpPr>
        <p:spPr>
          <a:xfrm>
            <a:off x="1042988" y="2278063"/>
            <a:ext cx="7056437" cy="19208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r>
              <a:rPr lang="zh-CN" altLang="en-US">
                <a:solidFill>
                  <a:schemeClr val="tx1"/>
                </a:solidFill>
                <a:latin typeface="Arial" panose="020B0604020202020204" pitchFamily="34" charset="0"/>
                <a:ea typeface="宋体" panose="02010600030101010101" pitchFamily="2" charset="-122"/>
              </a:rPr>
              <a:t>      </a:t>
            </a:r>
            <a:r>
              <a:rPr lang="en-US" altLang="zh-CN" b="1">
                <a:solidFill>
                  <a:schemeClr val="tx1"/>
                </a:solidFill>
                <a:latin typeface="黑体" panose="02010609060101010101" pitchFamily="49" charset="-122"/>
              </a:rPr>
              <a:t>Java</a:t>
            </a:r>
            <a:r>
              <a:rPr lang="zh-CN" altLang="en-US" b="1">
                <a:solidFill>
                  <a:schemeClr val="tx1"/>
                </a:solidFill>
                <a:latin typeface="黑体" panose="02010609060101010101" pitchFamily="49" charset="-122"/>
              </a:rPr>
              <a:t>是一种跨平台的面向对象的程序设计语言，由是由</a:t>
            </a:r>
            <a:r>
              <a:rPr lang="en-US" altLang="zh-CN" b="1">
                <a:solidFill>
                  <a:schemeClr val="tx1"/>
                </a:solidFill>
                <a:latin typeface="黑体" panose="02010609060101010101" pitchFamily="49" charset="-122"/>
              </a:rPr>
              <a:t>Sun Microsystems</a:t>
            </a:r>
            <a:r>
              <a:rPr lang="zh-CN" altLang="en-US" b="1">
                <a:solidFill>
                  <a:schemeClr val="tx1"/>
                </a:solidFill>
                <a:latin typeface="黑体" panose="02010609060101010101" pitchFamily="49" charset="-122"/>
              </a:rPr>
              <a:t>公司的</a:t>
            </a:r>
            <a:r>
              <a:rPr lang="en-US" altLang="zh-CN" b="1">
                <a:solidFill>
                  <a:schemeClr val="tx1"/>
                </a:solidFill>
                <a:latin typeface="黑体" panose="02010609060101010101" pitchFamily="49" charset="-122"/>
              </a:rPr>
              <a:t>James Gosling</a:t>
            </a:r>
            <a:r>
              <a:rPr lang="zh-CN" altLang="en-US" b="1">
                <a:solidFill>
                  <a:schemeClr val="tx1"/>
                </a:solidFill>
                <a:latin typeface="黑体" panose="02010609060101010101" pitchFamily="49" charset="-122"/>
              </a:rPr>
              <a:t>于</a:t>
            </a:r>
            <a:r>
              <a:rPr lang="en-US" altLang="zh-CN" b="1">
                <a:solidFill>
                  <a:schemeClr val="tx1"/>
                </a:solidFill>
                <a:latin typeface="黑体" panose="02010609060101010101" pitchFamily="49" charset="-122"/>
              </a:rPr>
              <a:t>20</a:t>
            </a:r>
            <a:r>
              <a:rPr lang="zh-CN" altLang="en-US" b="1">
                <a:solidFill>
                  <a:schemeClr val="tx1"/>
                </a:solidFill>
                <a:latin typeface="黑体" panose="02010609060101010101" pitchFamily="49" charset="-122"/>
              </a:rPr>
              <a:t>世纪</a:t>
            </a:r>
            <a:r>
              <a:rPr lang="en-US" altLang="zh-CN" b="1">
                <a:solidFill>
                  <a:schemeClr val="tx1"/>
                </a:solidFill>
                <a:latin typeface="黑体" panose="02010609060101010101" pitchFamily="49" charset="-122"/>
              </a:rPr>
              <a:t>90</a:t>
            </a:r>
            <a:r>
              <a:rPr lang="zh-CN" altLang="en-US" b="1">
                <a:solidFill>
                  <a:schemeClr val="tx1"/>
                </a:solidFill>
                <a:latin typeface="黑体" panose="02010609060101010101" pitchFamily="49" charset="-122"/>
              </a:rPr>
              <a:t>年代初开发出来的。</a:t>
            </a:r>
            <a:endParaRPr lang="zh-CN" altLang="en-US" b="1">
              <a:solidFill>
                <a:schemeClr val="tx1"/>
              </a:solidFill>
              <a:latin typeface="黑体" panose="02010609060101010101" pitchFamily="49" charset="-122"/>
            </a:endParaRPr>
          </a:p>
          <a:p>
            <a:pPr marL="0" lvl="0" indent="0" eaLnBrk="1" hangingPunct="1">
              <a:spcBef>
                <a:spcPct val="0"/>
              </a:spcBef>
              <a:buClrTx/>
              <a:buSzTx/>
              <a:buFontTx/>
              <a:buNone/>
            </a:pPr>
            <a:r>
              <a:rPr lang="en-US" altLang="zh-CN" b="1">
                <a:solidFill>
                  <a:schemeClr val="tx1"/>
                </a:solidFill>
                <a:latin typeface="黑体" panose="02010609060101010101" pitchFamily="49" charset="-122"/>
              </a:rPr>
              <a:t>    Java</a:t>
            </a:r>
            <a:r>
              <a:rPr lang="zh-CN" altLang="en-US" b="1">
                <a:solidFill>
                  <a:schemeClr val="tx1"/>
                </a:solidFill>
                <a:latin typeface="黑体" panose="02010609060101010101" pitchFamily="49" charset="-122"/>
              </a:rPr>
              <a:t>编程语言是个简单、面向对象、分布式、解释性、健壮、安全与系统无关、可移植、高性能、多线程和动态的语言。</a:t>
            </a:r>
            <a:endParaRPr lang="zh-CN" altLang="en-US" b="1">
              <a:solidFill>
                <a:schemeClr val="tx1"/>
              </a:solidFill>
              <a:latin typeface="黑体" panose="02010609060101010101" pitchFamily="49"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02406"/>
                                        </p:tgtEl>
                                        <p:attrNameLst>
                                          <p:attrName>style.visibility</p:attrName>
                                        </p:attrNameLst>
                                      </p:cBhvr>
                                      <p:to>
                                        <p:strVal val="visible"/>
                                      </p:to>
                                    </p:set>
                                    <p:animEffect transition="in" filter="blinds(horizontal)">
                                      <p:cBhvr>
                                        <p:cTn id="7" dur="500" fill="hold"/>
                                        <p:tgtEl>
                                          <p:spTgt spid="1024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标题 1"/>
          <p:cNvSpPr>
            <a:spLocks noGrp="1"/>
          </p:cNvSpPr>
          <p:nvPr>
            <p:ph type="title"/>
          </p:nvPr>
        </p:nvSpPr>
        <p:spPr>
          <a:xfrm>
            <a:off x="533400" y="115888"/>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4000" b="1" spc="0">
                <a:effectLst>
                  <a:outerShdw blurRad="38100" dist="38100" dir="2700000" algn="tl">
                    <a:schemeClr val="bg2"/>
                  </a:outerShdw>
                </a:effectLst>
              </a:rPr>
              <a:t>1.2.2   Java</a:t>
            </a:r>
            <a:r>
              <a:rPr lang="zh-CN" altLang="en-US" sz="4000" b="1" spc="0">
                <a:effectLst>
                  <a:outerShdw blurRad="38100" dist="38100" dir="2700000" algn="tl">
                    <a:schemeClr val="bg2"/>
                  </a:outerShdw>
                </a:effectLst>
              </a:rPr>
              <a:t>开发环境的搭建</a:t>
            </a:r>
            <a:endParaRPr lang="en-US" altLang="zh-CN" b="1">
              <a:effectLst>
                <a:outerShdw blurRad="38100" dist="38100" dir="2700000" algn="tl">
                  <a:schemeClr val="bg2"/>
                </a:outerShdw>
              </a:effectLst>
            </a:endParaRPr>
          </a:p>
        </p:txBody>
      </p:sp>
      <p:pic>
        <p:nvPicPr>
          <p:cNvPr id="103427" name="Picture 10"/>
          <p:cNvPicPr>
            <a:picLocks noChangeAspect="1"/>
          </p:cNvPicPr>
          <p:nvPr/>
        </p:nvPicPr>
        <p:blipFill>
          <a:blip r:embed="rId1"/>
          <a:stretch>
            <a:fillRect/>
          </a:stretch>
        </p:blipFill>
        <p:spPr>
          <a:xfrm>
            <a:off x="187325" y="5372100"/>
            <a:ext cx="2349500" cy="168275"/>
          </a:xfrm>
          <a:prstGeom prst="rect">
            <a:avLst/>
          </a:prstGeom>
          <a:noFill/>
          <a:ln>
            <a:noFill/>
            <a:miter lim="800000"/>
            <a:headEnd/>
            <a:tailEnd/>
          </a:ln>
        </p:spPr>
      </p:pic>
      <p:sp>
        <p:nvSpPr>
          <p:cNvPr id="103428" name="Freeform 12"/>
          <p:cNvSpPr/>
          <p:nvPr/>
        </p:nvSpPr>
        <p:spPr bwMode="auto">
          <a:xfrm>
            <a:off x="179388" y="2492375"/>
            <a:ext cx="2157412" cy="3425825"/>
          </a:xfrm>
          <a:custGeom>
            <a:avLst/>
            <a:gdLst>
              <a:gd name="GT0" fmla="+- l w 0"/>
              <a:gd name="GT1" fmla="+- t h 0"/>
            </a:gdLst>
            <a:ahLst/>
            <a:cxnLst>
              <a:cxn ang="0">
                <a:pos x="0" y="328613"/>
              </a:cxn>
              <a:cxn ang="0">
                <a:pos x="1587" y="3154363"/>
              </a:cxn>
              <a:cxn ang="0">
                <a:pos x="490537" y="3419475"/>
              </a:cxn>
              <a:cxn ang="0">
                <a:pos x="1081087" y="3238500"/>
              </a:cxn>
              <a:cxn ang="0">
                <a:pos x="1585912" y="3019425"/>
              </a:cxn>
              <a:cxn ang="0">
                <a:pos x="2157412" y="3201988"/>
              </a:cxn>
              <a:cxn ang="0">
                <a:pos x="2157412" y="285750"/>
              </a:cxn>
              <a:cxn ang="0">
                <a:pos x="1627187" y="33338"/>
              </a:cxn>
              <a:cxn ang="0">
                <a:pos x="581025" y="600075"/>
              </a:cxn>
              <a:cxn ang="0">
                <a:pos x="0" y="328613"/>
              </a:cxn>
            </a:cxnLst>
            <a:rect l="l" t="t" r="GT0" b="GT1"/>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rgbClr val="BBE0E3"/>
              </a:gs>
              <a:gs pos="100000">
                <a:srgbClr val="576869"/>
              </a:gs>
            </a:gsLst>
            <a:lin ang="5400000" scaled="1"/>
          </a:gradFill>
          <a:ln>
            <a:noFill/>
            <a:round/>
          </a:ln>
          <a:scene3d>
            <a:camera prst="legacyPerspectiveTop">
              <a:rot lat="0" lon="0" rev="0"/>
            </a:camera>
            <a:lightRig rig="legacyNormal2" dir="t"/>
          </a:scene3d>
          <a:sp3d extrusionH="887400" prstMaterial="legacyMatte">
            <a:bevelT w="13500" h="13500" prst="angle"/>
            <a:bevelB w="13500" h="13500" prst="angle"/>
            <a:extrusionClr>
              <a:schemeClr val="accent1"/>
            </a:extrusionClr>
            <a:contourClr>
              <a:srgbClr val="000000"/>
            </a:contourClr>
          </a:sp3d>
        </p:spPr>
        <p:txBody>
          <a:bodyPr/>
          <a:lstStyle/>
          <a:p/>
        </p:txBody>
      </p:sp>
      <p:sp>
        <p:nvSpPr>
          <p:cNvPr id="103429" name="Text Box 16"/>
          <p:cNvSpPr/>
          <p:nvPr/>
        </p:nvSpPr>
        <p:spPr>
          <a:xfrm>
            <a:off x="204788" y="3562350"/>
            <a:ext cx="2133600" cy="20478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120650" lvl="0" indent="-120650" eaLnBrk="1" hangingPunct="1">
              <a:lnSpc>
                <a:spcPct val="80000"/>
              </a:lnSpc>
              <a:spcBef>
                <a:spcPct val="50000"/>
              </a:spcBef>
              <a:buClrTx/>
              <a:buSzTx/>
              <a:buFontTx/>
              <a:buNone/>
            </a:pPr>
            <a:r>
              <a:rPr lang="en-US" altLang="zh-CN" b="1">
                <a:solidFill>
                  <a:srgbClr val="FFFFFF"/>
                </a:solidFill>
                <a:latin typeface="Arial" panose="020B0604020202020204" pitchFamily="34" charset="0"/>
                <a:ea typeface="宋体" panose="02010600030101010101" pitchFamily="2" charset="-122"/>
              </a:rPr>
              <a:t>Oracle</a:t>
            </a:r>
            <a:r>
              <a:rPr lang="zh-CN" altLang="en-US" b="1">
                <a:solidFill>
                  <a:srgbClr val="FFFFFF"/>
                </a:solidFill>
                <a:latin typeface="Arial" panose="020B0604020202020204" pitchFamily="34" charset="0"/>
                <a:ea typeface="宋体" panose="02010600030101010101" pitchFamily="2" charset="-122"/>
              </a:rPr>
              <a:t>公司收购</a:t>
            </a:r>
            <a:r>
              <a:rPr lang="en-US" altLang="zh-CN" b="1">
                <a:solidFill>
                  <a:srgbClr val="FFFFFF"/>
                </a:solidFill>
                <a:latin typeface="Arial" panose="020B0604020202020204" pitchFamily="34" charset="0"/>
                <a:ea typeface="宋体" panose="02010600030101010101" pitchFamily="2" charset="-122"/>
              </a:rPr>
              <a:t>SUN</a:t>
            </a:r>
            <a:r>
              <a:rPr lang="zh-CN" altLang="en-US" b="1">
                <a:solidFill>
                  <a:srgbClr val="FFFFFF"/>
                </a:solidFill>
                <a:latin typeface="Arial" panose="020B0604020202020204" pitchFamily="34" charset="0"/>
                <a:ea typeface="宋体" panose="02010600030101010101" pitchFamily="2" charset="-122"/>
              </a:rPr>
              <a:t>公司以后，仍然不断推出新的</a:t>
            </a:r>
            <a:r>
              <a:rPr lang="en-US" altLang="zh-CN" b="1">
                <a:solidFill>
                  <a:srgbClr val="FFFFFF"/>
                </a:solidFill>
                <a:latin typeface="Arial" panose="020B0604020202020204" pitchFamily="34" charset="0"/>
                <a:ea typeface="宋体" panose="02010600030101010101" pitchFamily="2" charset="-122"/>
              </a:rPr>
              <a:t>JDK</a:t>
            </a:r>
            <a:r>
              <a:rPr lang="zh-CN" altLang="en-US" b="1">
                <a:solidFill>
                  <a:srgbClr val="FFFFFF"/>
                </a:solidFill>
                <a:latin typeface="Arial" panose="020B0604020202020204" pitchFamily="34" charset="0"/>
                <a:ea typeface="宋体" panose="02010600030101010101" pitchFamily="2" charset="-122"/>
              </a:rPr>
              <a:t>版本，目前最新的版本为</a:t>
            </a:r>
            <a:r>
              <a:rPr lang="en-US" altLang="zh-CN" b="1">
                <a:solidFill>
                  <a:srgbClr val="FFFFFF"/>
                </a:solidFill>
                <a:latin typeface="Arial" panose="020B0604020202020204" pitchFamily="34" charset="0"/>
                <a:ea typeface="宋体" panose="02010600030101010101" pitchFamily="2" charset="-122"/>
              </a:rPr>
              <a:t>JDK7</a:t>
            </a:r>
            <a:r>
              <a:rPr lang="zh-CN" altLang="en-US" b="1">
                <a:solidFill>
                  <a:srgbClr val="FFFFFF"/>
                </a:solidFill>
                <a:latin typeface="Arial" panose="020B0604020202020204" pitchFamily="34" charset="0"/>
                <a:ea typeface="宋体" panose="02010600030101010101" pitchFamily="2" charset="-122"/>
              </a:rPr>
              <a:t>。可以直接访问网址下载</a:t>
            </a:r>
            <a:r>
              <a:rPr lang="en-US" altLang="zh-CN" b="1">
                <a:solidFill>
                  <a:srgbClr val="FFFFFF"/>
                </a:solidFill>
                <a:latin typeface="Arial" panose="020B0604020202020204" pitchFamily="34" charset="0"/>
                <a:ea typeface="宋体" panose="02010600030101010101" pitchFamily="2" charset="-122"/>
              </a:rPr>
              <a:t>JDK</a:t>
            </a:r>
            <a:r>
              <a:rPr lang="zh-CN" altLang="en-US" b="1">
                <a:solidFill>
                  <a:srgbClr val="FFFFFF"/>
                </a:solidFill>
                <a:latin typeface="Arial" panose="020B0604020202020204" pitchFamily="34" charset="0"/>
                <a:ea typeface="宋体" panose="02010600030101010101" pitchFamily="2" charset="-122"/>
              </a:rPr>
              <a:t>。</a:t>
            </a:r>
            <a:endParaRPr lang="zh-CN" altLang="en-US" b="1">
              <a:solidFill>
                <a:srgbClr val="FFFFFF"/>
              </a:solidFill>
              <a:latin typeface="Arial" panose="020B0604020202020204" pitchFamily="34" charset="0"/>
              <a:ea typeface="宋体" panose="02010600030101010101" pitchFamily="2" charset="-122"/>
            </a:endParaRPr>
          </a:p>
        </p:txBody>
      </p:sp>
      <p:sp>
        <p:nvSpPr>
          <p:cNvPr id="103430" name="Text Box 18"/>
          <p:cNvSpPr/>
          <p:nvPr/>
        </p:nvSpPr>
        <p:spPr>
          <a:xfrm>
            <a:off x="349250" y="3057525"/>
            <a:ext cx="1749425" cy="3968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50000"/>
              </a:spcBef>
              <a:buClrTx/>
              <a:buSzTx/>
              <a:buFontTx/>
              <a:buNone/>
            </a:pPr>
            <a:r>
              <a:rPr lang="zh-CN" altLang="en-US" b="1">
                <a:solidFill>
                  <a:srgbClr val="FFFFFF"/>
                </a:solidFill>
                <a:latin typeface="Arial" panose="020B0604020202020204" pitchFamily="34" charset="0"/>
                <a:ea typeface="宋体" panose="02010600030101010101" pitchFamily="2" charset="-122"/>
              </a:rPr>
              <a:t>下载</a:t>
            </a:r>
            <a:r>
              <a:rPr lang="en-US" altLang="zh-CN" b="1">
                <a:solidFill>
                  <a:srgbClr val="FFFFFF"/>
                </a:solidFill>
                <a:latin typeface="Arial" panose="020B0604020202020204" pitchFamily="34" charset="0"/>
                <a:ea typeface="宋体" panose="02010600030101010101" pitchFamily="2" charset="-122"/>
              </a:rPr>
              <a:t>JDK</a:t>
            </a:r>
            <a:endParaRPr lang="en-US" altLang="zh-CN" b="1">
              <a:solidFill>
                <a:srgbClr val="FFFFFF"/>
              </a:solidFill>
              <a:latin typeface="Arial" panose="020B0604020202020204" pitchFamily="34" charset="0"/>
              <a:ea typeface="宋体" panose="02010600030101010101" pitchFamily="2" charset="-122"/>
            </a:endParaRPr>
          </a:p>
        </p:txBody>
      </p:sp>
      <p:grpSp>
        <p:nvGrpSpPr>
          <p:cNvPr id="103431" name="Group 7"/>
          <p:cNvGrpSpPr/>
          <p:nvPr/>
        </p:nvGrpSpPr>
        <p:grpSpPr>
          <a:xfrm>
            <a:off x="374650" y="2233613"/>
            <a:ext cx="720725" cy="822325"/>
            <a:chOff x="0" y="0"/>
            <a:chExt cx="1042" cy="1102"/>
          </a:xfrm>
        </p:grpSpPr>
        <p:grpSp>
          <p:nvGrpSpPr>
            <p:cNvPr id="103449" name="Group 8"/>
            <p:cNvGrpSpPr/>
            <p:nvPr/>
          </p:nvGrpSpPr>
          <p:grpSpPr>
            <a:xfrm>
              <a:off x="0" y="0"/>
              <a:ext cx="1042" cy="1102"/>
              <a:chOff x="0" y="0"/>
              <a:chExt cx="1042" cy="1102"/>
            </a:xfrm>
          </p:grpSpPr>
          <p:pic>
            <p:nvPicPr>
              <p:cNvPr id="103451" name="Picture 22" descr="light_shadow"/>
              <p:cNvPicPr>
                <a:picLocks noChangeAspect="1"/>
              </p:cNvPicPr>
              <p:nvPr/>
            </p:nvPicPr>
            <p:blipFill>
              <a:blip r:embed="rId2">
                <a:lum bright="-78000" contrast="-78000"/>
              </a:blip>
              <a:stretch>
                <a:fillRect/>
              </a:stretch>
            </p:blipFill>
            <p:spPr>
              <a:xfrm>
                <a:off x="99" y="864"/>
                <a:ext cx="858" cy="238"/>
              </a:xfrm>
              <a:prstGeom prst="rect">
                <a:avLst/>
              </a:prstGeom>
              <a:noFill/>
              <a:ln>
                <a:noFill/>
                <a:miter lim="800000"/>
                <a:headEnd/>
                <a:tailEnd/>
              </a:ln>
            </p:spPr>
          </p:pic>
          <p:pic>
            <p:nvPicPr>
              <p:cNvPr id="103452" name="Picture 23" descr="circuler_1"/>
              <p:cNvPicPr>
                <a:picLocks noChangeAspect="1"/>
              </p:cNvPicPr>
              <p:nvPr/>
            </p:nvPicPr>
            <p:blipFill>
              <a:blip r:embed="rId3"/>
              <a:stretch>
                <a:fillRect/>
              </a:stretch>
            </p:blipFill>
            <p:spPr>
              <a:xfrm>
                <a:off x="0" y="0"/>
                <a:ext cx="1042" cy="1016"/>
              </a:xfrm>
              <a:prstGeom prst="rect">
                <a:avLst/>
              </a:prstGeom>
              <a:noFill/>
              <a:ln>
                <a:noFill/>
                <a:miter lim="800000"/>
                <a:headEnd/>
                <a:tailEnd/>
              </a:ln>
            </p:spPr>
          </p:pic>
          <p:grpSp>
            <p:nvGrpSpPr>
              <p:cNvPr id="103453" name="Group 11"/>
              <p:cNvGrpSpPr/>
              <p:nvPr/>
            </p:nvGrpSpPr>
            <p:grpSpPr>
              <a:xfrm>
                <a:off x="-13" y="-11"/>
                <a:ext cx="1058" cy="1037"/>
                <a:chOff x="0" y="0"/>
                <a:chExt cx="731520" cy="774192"/>
              </a:xfrm>
            </p:grpSpPr>
            <p:pic>
              <p:nvPicPr>
                <p:cNvPr id="103454" name="Oval 24"/>
                <p:cNvPicPr/>
                <p:nvPr/>
              </p:nvPicPr>
              <p:blipFill>
                <a:blip r:embed="rId4"/>
                <a:stretch>
                  <a:fillRect/>
                </a:stretch>
              </p:blipFill>
              <p:spPr>
                <a:xfrm>
                  <a:off x="0" y="0"/>
                  <a:ext cx="731520" cy="774192"/>
                </a:xfrm>
                <a:prstGeom prst="rect">
                  <a:avLst/>
                </a:prstGeom>
                <a:noFill/>
                <a:ln>
                  <a:noFill/>
                  <a:miter lim="800000"/>
                  <a:headEnd/>
                  <a:tailEnd/>
                </a:ln>
              </p:spPr>
            </p:pic>
            <p:sp>
              <p:nvSpPr>
                <p:cNvPr id="103455" name="Text Box 13"/>
                <p:cNvSpPr/>
                <p:nvPr/>
              </p:nvSpPr>
              <p:spPr>
                <a:xfrm>
                  <a:off x="113729" y="119929"/>
                  <a:ext cx="506205" cy="537677"/>
                </a:xfrm>
                <a:prstGeom prst="rect">
                  <a:avLst/>
                </a:prstGeom>
                <a:no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pic>
          <p:nvPicPr>
            <p:cNvPr id="103450" name="Picture 25" descr="Picture2"/>
            <p:cNvPicPr>
              <a:picLocks noChangeAspect="1"/>
            </p:cNvPicPr>
            <p:nvPr/>
          </p:nvPicPr>
          <p:blipFill>
            <a:blip r:embed="rId5"/>
            <a:stretch>
              <a:fillRect/>
            </a:stretch>
          </p:blipFill>
          <p:spPr>
            <a:xfrm>
              <a:off x="104" y="10"/>
              <a:ext cx="823" cy="360"/>
            </a:xfrm>
            <a:prstGeom prst="rect">
              <a:avLst/>
            </a:prstGeom>
            <a:noFill/>
            <a:ln>
              <a:noFill/>
              <a:miter lim="800000"/>
              <a:headEnd/>
              <a:tailEnd/>
            </a:ln>
          </p:spPr>
        </p:pic>
      </p:grpSp>
      <p:sp>
        <p:nvSpPr>
          <p:cNvPr id="103432" name="WordArt 26"/>
          <p:cNvSpPr>
            <a:spLocks noTextEdit="1"/>
          </p:cNvSpPr>
          <p:nvPr/>
        </p:nvSpPr>
        <p:spPr>
          <a:xfrm>
            <a:off x="466725" y="2420938"/>
            <a:ext cx="520700" cy="420687"/>
          </a:xfrm>
          <a:solidFill>
            <a:srgbClr val="FCFCFC">
              <a:alpha val="59999"/>
            </a:srgbClr>
          </a:solidFill>
          <a:ln>
            <a:noFill/>
            <a:miter lim="800000"/>
          </a:ln>
        </p:spPr>
        <p:txBody>
          <a:bodyPr wrap="none" fromWordArt="1">
            <a:prstTxWarp prst="textPlain">
              <a:avLst/>
            </a:prstTxWarp>
            <a:noAutofit/>
          </a:bodyPr>
          <a:lstStyle/>
          <a:p>
            <a:pPr algn="ctr"/>
            <a:r>
              <a:rPr sz="3600" i="1" kern="10">
                <a:ln>
                  <a:noFill/>
                </a:ln>
                <a:solidFill>
                  <a:srgbClr val="FCFCFC">
                    <a:alpha val="59999"/>
                  </a:srgbClr>
                </a:solidFill>
                <a:latin typeface="Arial Black" panose="020B0A04020102020204"/>
              </a:rPr>
              <a:t>01</a:t>
            </a:r>
            <a:endParaRPr sz="3600" i="1" kern="10">
              <a:ln>
                <a:noFill/>
              </a:ln>
              <a:solidFill>
                <a:srgbClr val="FCFCFC">
                  <a:alpha val="59999"/>
                </a:srgbClr>
              </a:solidFill>
              <a:latin typeface="Arial Black" panose="020B0A04020102020204"/>
            </a:endParaRPr>
          </a:p>
        </p:txBody>
      </p:sp>
      <p:cxnSp>
        <p:nvCxnSpPr>
          <p:cNvPr id="103433" name="Line 27"/>
          <p:cNvCxnSpPr/>
          <p:nvPr/>
        </p:nvCxnSpPr>
        <p:spPr>
          <a:xfrm>
            <a:off x="276225" y="3490913"/>
            <a:ext cx="1916113" cy="0"/>
          </a:xfrm>
          <a:prstGeom prst="line">
            <a:avLst/>
          </a:prstGeom>
          <a:noFill/>
          <a:ln w="12700" cap="rnd">
            <a:solidFill>
              <a:srgbClr val="FFFFFF">
                <a:alpha val="50195"/>
              </a:srgbClr>
            </a:solidFill>
            <a:prstDash val="sysDot"/>
            <a:miter lim="800000"/>
          </a:ln>
          <a:effectLst>
            <a:outerShdw dist="28398" dir="20006096" algn="ctr">
              <a:srgbClr val="000000">
                <a:alpha val="50000"/>
              </a:srgbClr>
            </a:outerShdw>
          </a:effectLst>
        </p:spPr>
      </p:cxnSp>
      <p:sp>
        <p:nvSpPr>
          <p:cNvPr id="103434" name="Freeform 7"/>
          <p:cNvSpPr/>
          <p:nvPr/>
        </p:nvSpPr>
        <p:spPr bwMode="auto">
          <a:xfrm>
            <a:off x="2484438" y="1341438"/>
            <a:ext cx="2157412" cy="4751387"/>
          </a:xfrm>
          <a:custGeom>
            <a:avLst/>
            <a:gdLst>
              <a:gd name="GT0" fmla="+- l w 0"/>
              <a:gd name="GT1" fmla="+- t h 0"/>
            </a:gdLst>
            <a:ahLst/>
            <a:cxnLst>
              <a:cxn ang="0">
                <a:pos x="0" y="455763"/>
              </a:cxn>
              <a:cxn ang="0">
                <a:pos x="1587" y="4374887"/>
              </a:cxn>
              <a:cxn ang="0">
                <a:pos x="490537" y="4742580"/>
              </a:cxn>
              <a:cxn ang="0">
                <a:pos x="1081087" y="4491580"/>
              </a:cxn>
              <a:cxn ang="0">
                <a:pos x="1585912" y="4187738"/>
              </a:cxn>
              <a:cxn ang="0">
                <a:pos x="2157412" y="4440940"/>
              </a:cxn>
              <a:cxn ang="0">
                <a:pos x="2157412" y="396316"/>
              </a:cxn>
              <a:cxn ang="0">
                <a:pos x="1627187" y="46237"/>
              </a:cxn>
              <a:cxn ang="0">
                <a:pos x="581025" y="832263"/>
              </a:cxn>
              <a:cxn ang="0">
                <a:pos x="0" y="455763"/>
              </a:cxn>
            </a:cxnLst>
            <a:rect l="l" t="t" r="GT0" b="GT1"/>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rgbClr val="333399"/>
              </a:gs>
              <a:gs pos="100000">
                <a:srgbClr val="181847"/>
              </a:gs>
            </a:gsLst>
            <a:lin ang="5400000" scaled="1"/>
          </a:gradFill>
          <a:ln>
            <a:noFill/>
            <a:round/>
          </a:ln>
          <a:scene3d>
            <a:camera prst="legacyPerspectiveTop">
              <a:rot lat="0" lon="0" rev="0"/>
            </a:camera>
            <a:lightRig rig="legacyNormal2" dir="t"/>
          </a:scene3d>
          <a:sp3d extrusionH="887400" prstMaterial="legacyMatte">
            <a:bevelT w="13500" h="13500" prst="angle"/>
            <a:bevelB w="13500" h="13500" prst="angle"/>
            <a:extrusionClr>
              <a:schemeClr val="accent2"/>
            </a:extrusionClr>
            <a:contourClr>
              <a:srgbClr val="000000"/>
            </a:contourClr>
          </a:sp3d>
        </p:spPr>
        <p:txBody>
          <a:bodyPr/>
          <a:lstStyle/>
          <a:p/>
        </p:txBody>
      </p:sp>
      <p:sp>
        <p:nvSpPr>
          <p:cNvPr id="103435" name="Text Box 28"/>
          <p:cNvSpPr/>
          <p:nvPr/>
        </p:nvSpPr>
        <p:spPr>
          <a:xfrm>
            <a:off x="2700338" y="2060575"/>
            <a:ext cx="1749425" cy="3968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50000"/>
              </a:spcBef>
              <a:buClrTx/>
              <a:buSzTx/>
              <a:buFontTx/>
              <a:buNone/>
            </a:pPr>
            <a:r>
              <a:rPr lang="zh-CN" altLang="en-US" b="1">
                <a:solidFill>
                  <a:srgbClr val="FFFFFF"/>
                </a:solidFill>
                <a:latin typeface="Arial" panose="020B0604020202020204" pitchFamily="34" charset="0"/>
                <a:ea typeface="宋体" panose="02010600030101010101" pitchFamily="2" charset="-122"/>
              </a:rPr>
              <a:t>安装</a:t>
            </a:r>
            <a:r>
              <a:rPr lang="en-US" altLang="zh-CN" b="1">
                <a:solidFill>
                  <a:srgbClr val="FFFFFF"/>
                </a:solidFill>
                <a:latin typeface="Arial" panose="020B0604020202020204" pitchFamily="34" charset="0"/>
                <a:ea typeface="宋体" panose="02010600030101010101" pitchFamily="2" charset="-122"/>
              </a:rPr>
              <a:t>JDK</a:t>
            </a:r>
            <a:endParaRPr lang="en-US" altLang="zh-CN" b="1">
              <a:solidFill>
                <a:srgbClr val="FFFFFF"/>
              </a:solidFill>
              <a:latin typeface="Arial" panose="020B0604020202020204" pitchFamily="34" charset="0"/>
              <a:ea typeface="宋体" panose="02010600030101010101" pitchFamily="2" charset="-122"/>
            </a:endParaRPr>
          </a:p>
        </p:txBody>
      </p:sp>
      <p:grpSp>
        <p:nvGrpSpPr>
          <p:cNvPr id="103436" name="Group 19"/>
          <p:cNvGrpSpPr/>
          <p:nvPr/>
        </p:nvGrpSpPr>
        <p:grpSpPr>
          <a:xfrm>
            <a:off x="2632075" y="1076325"/>
            <a:ext cx="739775" cy="822325"/>
            <a:chOff x="0" y="0"/>
            <a:chExt cx="466" cy="518"/>
          </a:xfrm>
        </p:grpSpPr>
        <p:grpSp>
          <p:nvGrpSpPr>
            <p:cNvPr id="103442" name="Group 20"/>
            <p:cNvGrpSpPr/>
            <p:nvPr/>
          </p:nvGrpSpPr>
          <p:grpSpPr>
            <a:xfrm>
              <a:off x="0" y="0"/>
              <a:ext cx="466" cy="518"/>
              <a:chOff x="0" y="0"/>
              <a:chExt cx="466" cy="518"/>
            </a:xfrm>
          </p:grpSpPr>
          <p:pic>
            <p:nvPicPr>
              <p:cNvPr id="103444" name="Picture 31" descr="light_shadow"/>
              <p:cNvPicPr>
                <a:picLocks noChangeAspect="1"/>
              </p:cNvPicPr>
              <p:nvPr/>
            </p:nvPicPr>
            <p:blipFill>
              <a:blip r:embed="rId6">
                <a:lum bright="-78000" contrast="-78000"/>
              </a:blip>
              <a:stretch>
                <a:fillRect/>
              </a:stretch>
            </p:blipFill>
            <p:spPr>
              <a:xfrm>
                <a:off x="44" y="406"/>
                <a:ext cx="384" cy="112"/>
              </a:xfrm>
              <a:prstGeom prst="rect">
                <a:avLst/>
              </a:prstGeom>
              <a:noFill/>
              <a:ln>
                <a:noFill/>
                <a:miter lim="800000"/>
                <a:headEnd/>
                <a:tailEnd/>
              </a:ln>
            </p:spPr>
          </p:pic>
          <p:pic>
            <p:nvPicPr>
              <p:cNvPr id="103445" name="Picture 32" descr="circuler_1"/>
              <p:cNvPicPr>
                <a:picLocks noChangeAspect="1"/>
              </p:cNvPicPr>
              <p:nvPr/>
            </p:nvPicPr>
            <p:blipFill>
              <a:blip r:embed="rId7"/>
              <a:stretch>
                <a:fillRect/>
              </a:stretch>
            </p:blipFill>
            <p:spPr>
              <a:xfrm>
                <a:off x="0" y="0"/>
                <a:ext cx="466" cy="478"/>
              </a:xfrm>
              <a:prstGeom prst="rect">
                <a:avLst/>
              </a:prstGeom>
              <a:noFill/>
              <a:ln>
                <a:noFill/>
                <a:miter lim="800000"/>
                <a:headEnd/>
                <a:tailEnd/>
              </a:ln>
            </p:spPr>
          </p:pic>
          <p:grpSp>
            <p:nvGrpSpPr>
              <p:cNvPr id="103446" name="Group 23"/>
              <p:cNvGrpSpPr/>
              <p:nvPr/>
            </p:nvGrpSpPr>
            <p:grpSpPr>
              <a:xfrm>
                <a:off x="-3" y="-2"/>
                <a:ext cx="468" cy="484"/>
                <a:chOff x="0" y="0"/>
                <a:chExt cx="743712" cy="768096"/>
              </a:xfrm>
            </p:grpSpPr>
            <p:pic>
              <p:nvPicPr>
                <p:cNvPr id="103447" name="Oval 33"/>
                <p:cNvPicPr/>
                <p:nvPr/>
              </p:nvPicPr>
              <p:blipFill>
                <a:blip r:embed="rId8"/>
                <a:stretch>
                  <a:fillRect/>
                </a:stretch>
              </p:blipFill>
              <p:spPr>
                <a:xfrm>
                  <a:off x="0" y="0"/>
                  <a:ext cx="743712" cy="768096"/>
                </a:xfrm>
                <a:prstGeom prst="rect">
                  <a:avLst/>
                </a:prstGeom>
                <a:noFill/>
                <a:ln>
                  <a:noFill/>
                  <a:miter lim="800000"/>
                  <a:headEnd/>
                  <a:tailEnd/>
                </a:ln>
              </p:spPr>
            </p:pic>
            <p:sp>
              <p:nvSpPr>
                <p:cNvPr id="103448" name="Text Box 25"/>
                <p:cNvSpPr/>
                <p:nvPr/>
              </p:nvSpPr>
              <p:spPr>
                <a:xfrm>
                  <a:off x="112339" y="114789"/>
                  <a:ext cx="519733" cy="537693"/>
                </a:xfrm>
                <a:prstGeom prst="rect">
                  <a:avLst/>
                </a:prstGeom>
                <a:no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pic>
          <p:nvPicPr>
            <p:cNvPr id="103443" name="Picture 34" descr="Picture2"/>
            <p:cNvPicPr>
              <a:picLocks noChangeAspect="1"/>
            </p:cNvPicPr>
            <p:nvPr/>
          </p:nvPicPr>
          <p:blipFill>
            <a:blip r:embed="rId5"/>
            <a:stretch>
              <a:fillRect/>
            </a:stretch>
          </p:blipFill>
          <p:spPr>
            <a:xfrm>
              <a:off x="57" y="5"/>
              <a:ext cx="359" cy="169"/>
            </a:xfrm>
            <a:prstGeom prst="rect">
              <a:avLst/>
            </a:prstGeom>
            <a:noFill/>
            <a:ln>
              <a:noFill/>
              <a:miter lim="800000"/>
              <a:headEnd/>
              <a:tailEnd/>
            </a:ln>
          </p:spPr>
        </p:pic>
      </p:grpSp>
      <p:sp>
        <p:nvSpPr>
          <p:cNvPr id="103437" name="WordArt 35"/>
          <p:cNvSpPr>
            <a:spLocks noTextEdit="1"/>
          </p:cNvSpPr>
          <p:nvPr/>
        </p:nvSpPr>
        <p:spPr>
          <a:xfrm>
            <a:off x="2744788" y="1250950"/>
            <a:ext cx="530225" cy="420688"/>
          </a:xfrm>
          <a:solidFill>
            <a:srgbClr val="FCFCFC">
              <a:alpha val="59999"/>
            </a:srgbClr>
          </a:solidFill>
          <a:ln>
            <a:noFill/>
            <a:miter lim="800000"/>
          </a:ln>
        </p:spPr>
        <p:txBody>
          <a:bodyPr wrap="none" fromWordArt="1">
            <a:prstTxWarp prst="textPlain">
              <a:avLst/>
            </a:prstTxWarp>
            <a:noAutofit/>
          </a:bodyPr>
          <a:lstStyle/>
          <a:p>
            <a:pPr algn="ctr"/>
            <a:r>
              <a:rPr sz="3600" i="1" kern="10">
                <a:ln>
                  <a:noFill/>
                </a:ln>
                <a:solidFill>
                  <a:srgbClr val="FCFCFC">
                    <a:alpha val="59999"/>
                  </a:srgbClr>
                </a:solidFill>
                <a:latin typeface="Arial Black" panose="020B0A04020102020204"/>
              </a:rPr>
              <a:t>02</a:t>
            </a:r>
            <a:endParaRPr sz="3600" i="1" kern="10">
              <a:ln>
                <a:noFill/>
              </a:ln>
              <a:solidFill>
                <a:srgbClr val="FCFCFC">
                  <a:alpha val="59999"/>
                </a:srgbClr>
              </a:solidFill>
              <a:latin typeface="Arial Black" panose="020B0A04020102020204"/>
            </a:endParaRPr>
          </a:p>
        </p:txBody>
      </p:sp>
      <p:cxnSp>
        <p:nvCxnSpPr>
          <p:cNvPr id="103438" name="Line 36"/>
          <p:cNvCxnSpPr/>
          <p:nvPr/>
        </p:nvCxnSpPr>
        <p:spPr>
          <a:xfrm>
            <a:off x="2555875" y="2492375"/>
            <a:ext cx="1916113" cy="0"/>
          </a:xfrm>
          <a:prstGeom prst="line">
            <a:avLst/>
          </a:prstGeom>
          <a:noFill/>
          <a:ln w="12700" cap="rnd">
            <a:solidFill>
              <a:srgbClr val="FFFFFF">
                <a:alpha val="50195"/>
              </a:srgbClr>
            </a:solidFill>
            <a:prstDash val="sysDot"/>
            <a:miter lim="800000"/>
          </a:ln>
          <a:effectLst>
            <a:outerShdw dist="28398" dir="20006096" algn="ctr">
              <a:srgbClr val="000000">
                <a:alpha val="50000"/>
              </a:srgbClr>
            </a:outerShdw>
          </a:effectLst>
        </p:spPr>
      </p:cxnSp>
      <p:sp>
        <p:nvSpPr>
          <p:cNvPr id="103439" name="Rectangle 40"/>
          <p:cNvSpPr/>
          <p:nvPr/>
        </p:nvSpPr>
        <p:spPr>
          <a:xfrm>
            <a:off x="2484438" y="2492375"/>
            <a:ext cx="2160587" cy="30130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nSpc>
                <a:spcPct val="120000"/>
              </a:lnSpc>
              <a:spcBef>
                <a:spcPct val="0"/>
              </a:spcBef>
              <a:buClr>
                <a:srgbClr val="D7181F"/>
              </a:buClr>
              <a:buSzTx/>
              <a:buNone/>
            </a:pPr>
            <a:r>
              <a:rPr lang="zh-CN" altLang="en-US" b="1">
                <a:solidFill>
                  <a:srgbClr val="FFFFFF"/>
                </a:solidFill>
                <a:latin typeface="Arial" panose="020B0604020202020204" pitchFamily="34" charset="0"/>
                <a:ea typeface="宋体" panose="02010600030101010101" pitchFamily="2" charset="-122"/>
              </a:rPr>
              <a:t>下载完成后，在电脑上可以看到</a:t>
            </a:r>
            <a:r>
              <a:rPr lang="en-US" altLang="zh-CN" b="1">
                <a:solidFill>
                  <a:srgbClr val="FFFFFF"/>
                </a:solidFill>
                <a:latin typeface="Arial" panose="020B0604020202020204" pitchFamily="34" charset="0"/>
                <a:ea typeface="宋体" panose="02010600030101010101" pitchFamily="2" charset="-122"/>
              </a:rPr>
              <a:t>JDK</a:t>
            </a:r>
            <a:r>
              <a:rPr lang="zh-CN" altLang="en-US" b="1">
                <a:solidFill>
                  <a:srgbClr val="FFFFFF"/>
                </a:solidFill>
                <a:latin typeface="Arial" panose="020B0604020202020204" pitchFamily="34" charset="0"/>
                <a:ea typeface="宋体" panose="02010600030101010101" pitchFamily="2" charset="-122"/>
              </a:rPr>
              <a:t>的安装文件：</a:t>
            </a:r>
            <a:r>
              <a:rPr lang="en-US" altLang="zh-CN" b="1">
                <a:solidFill>
                  <a:srgbClr val="FFFFFF"/>
                </a:solidFill>
                <a:latin typeface="Arial" panose="020B0604020202020204" pitchFamily="34" charset="0"/>
                <a:ea typeface="宋体" panose="02010600030101010101" pitchFamily="2" charset="-122"/>
              </a:rPr>
              <a:t>jdk-7u2-windows-i586.exe</a:t>
            </a:r>
            <a:r>
              <a:rPr lang="zh-CN" altLang="en-US" b="1">
                <a:solidFill>
                  <a:srgbClr val="FFFFFF"/>
                </a:solidFill>
                <a:latin typeface="Arial" panose="020B0604020202020204" pitchFamily="34" charset="0"/>
                <a:ea typeface="宋体" panose="02010600030101010101" pitchFamily="2" charset="-122"/>
              </a:rPr>
              <a:t>，接下来就可以进行</a:t>
            </a:r>
            <a:r>
              <a:rPr lang="en-US" altLang="zh-CN" b="1">
                <a:solidFill>
                  <a:srgbClr val="FFFFFF"/>
                </a:solidFill>
                <a:latin typeface="Arial" panose="020B0604020202020204" pitchFamily="34" charset="0"/>
                <a:ea typeface="宋体" panose="02010600030101010101" pitchFamily="2" charset="-122"/>
              </a:rPr>
              <a:t>JDK</a:t>
            </a:r>
            <a:r>
              <a:rPr lang="zh-CN" altLang="en-US" b="1">
                <a:solidFill>
                  <a:srgbClr val="FFFFFF"/>
                </a:solidFill>
                <a:latin typeface="Arial" panose="020B0604020202020204" pitchFamily="34" charset="0"/>
                <a:ea typeface="宋体" panose="02010600030101010101" pitchFamily="2" charset="-122"/>
              </a:rPr>
              <a:t>的安装了。</a:t>
            </a:r>
            <a:endParaRPr lang="en-US" altLang="zh-CN" b="1">
              <a:solidFill>
                <a:srgbClr val="FFFFFF"/>
              </a:solidFill>
              <a:latin typeface="Arial" panose="020B0604020202020204" pitchFamily="34" charset="0"/>
              <a:ea typeface="宋体" panose="02010600030101010101" pitchFamily="2" charset="-122"/>
            </a:endParaRPr>
          </a:p>
        </p:txBody>
      </p:sp>
      <p:pic>
        <p:nvPicPr>
          <p:cNvPr id="103440" name="Picture 2"/>
          <p:cNvPicPr>
            <a:picLocks noChangeAspect="1"/>
          </p:cNvPicPr>
          <p:nvPr/>
        </p:nvPicPr>
        <p:blipFill>
          <a:blip r:embed="rId9"/>
          <a:stretch>
            <a:fillRect/>
          </a:stretch>
        </p:blipFill>
        <p:spPr>
          <a:xfrm>
            <a:off x="4787900" y="2205038"/>
            <a:ext cx="4105275" cy="2943225"/>
          </a:xfrm>
          <a:prstGeom prst="rect">
            <a:avLst/>
          </a:prstGeom>
          <a:noFill/>
          <a:ln>
            <a:noFill/>
            <a:miter lim="800000"/>
            <a:headEnd/>
            <a:tailEnd/>
          </a:ln>
        </p:spPr>
      </p:pic>
      <p:pic>
        <p:nvPicPr>
          <p:cNvPr id="103441" name="WordArt 52"/>
          <p:cNvPicPr/>
          <p:nvPr/>
        </p:nvPicPr>
        <p:blipFill>
          <a:blip r:embed="rId10"/>
          <a:stretch>
            <a:fillRect/>
          </a:stretch>
        </p:blipFill>
        <p:spPr>
          <a:xfrm>
            <a:off x="5430838" y="5370513"/>
            <a:ext cx="2859087" cy="420687"/>
          </a:xfrm>
          <a:prstGeom prst="rect">
            <a:avLst/>
          </a:prstGeom>
          <a:noFill/>
          <a:ln>
            <a:noFill/>
            <a:miter lim="800000"/>
            <a:headEnd/>
            <a:tailEnd/>
          </a:ln>
        </p:spPr>
      </p:pic>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6" fill="hold" nodeType="clickEffect">
                                  <p:stCondLst>
                                    <p:cond delay="0"/>
                                  </p:stCondLst>
                                  <p:childTnLst>
                                    <p:set>
                                      <p:cBhvr>
                                        <p:cTn id="6" dur="1" fill="hold">
                                          <p:stCondLst>
                                            <p:cond delay="0"/>
                                          </p:stCondLst>
                                        </p:cTn>
                                        <p:tgtEl>
                                          <p:spTgt spid="103427"/>
                                        </p:tgtEl>
                                        <p:attrNameLst>
                                          <p:attrName>style.visibility</p:attrName>
                                        </p:attrNameLst>
                                      </p:cBhvr>
                                      <p:to>
                                        <p:strVal val="visible"/>
                                      </p:to>
                                    </p:set>
                                    <p:animEffect transition="in" filter="barn(inHorizontal)">
                                      <p:cBhvr>
                                        <p:cTn id="7" dur="500" fill="hold"/>
                                        <p:tgtEl>
                                          <p:spTgt spid="103427"/>
                                        </p:tgtEl>
                                      </p:cBhvr>
                                    </p:animEffect>
                                  </p:childTnLst>
                                </p:cTn>
                              </p:par>
                              <p:par>
                                <p:cTn id="8" presetID="16" presetClass="entr" presetSubtype="26" fill="hold" nodeType="withEffect">
                                  <p:stCondLst>
                                    <p:cond delay="0"/>
                                  </p:stCondLst>
                                  <p:childTnLst>
                                    <p:set>
                                      <p:cBhvr>
                                        <p:cTn id="9" dur="1" fill="hold">
                                          <p:stCondLst>
                                            <p:cond delay="0"/>
                                          </p:stCondLst>
                                        </p:cTn>
                                        <p:tgtEl>
                                          <p:spTgt spid="103428"/>
                                        </p:tgtEl>
                                        <p:attrNameLst>
                                          <p:attrName>style.visibility</p:attrName>
                                        </p:attrNameLst>
                                      </p:cBhvr>
                                      <p:to>
                                        <p:strVal val="visible"/>
                                      </p:to>
                                    </p:set>
                                    <p:animEffect transition="in" filter="barn(inHorizontal)">
                                      <p:cBhvr>
                                        <p:cTn id="10" dur="500" fill="hold"/>
                                        <p:tgtEl>
                                          <p:spTgt spid="103428"/>
                                        </p:tgtEl>
                                      </p:cBhvr>
                                    </p:animEffect>
                                  </p:childTnLst>
                                </p:cTn>
                              </p:par>
                              <p:par>
                                <p:cTn id="11" presetID="16" presetClass="entr" presetSubtype="26" fill="hold" nodeType="withEffect">
                                  <p:stCondLst>
                                    <p:cond delay="0"/>
                                  </p:stCondLst>
                                  <p:childTnLst>
                                    <p:set>
                                      <p:cBhvr>
                                        <p:cTn id="12" dur="1" fill="hold">
                                          <p:stCondLst>
                                            <p:cond delay="0"/>
                                          </p:stCondLst>
                                        </p:cTn>
                                        <p:tgtEl>
                                          <p:spTgt spid="103429"/>
                                        </p:tgtEl>
                                        <p:attrNameLst>
                                          <p:attrName>style.visibility</p:attrName>
                                        </p:attrNameLst>
                                      </p:cBhvr>
                                      <p:to>
                                        <p:strVal val="visible"/>
                                      </p:to>
                                    </p:set>
                                    <p:animEffect transition="in" filter="barn(inHorizontal)">
                                      <p:cBhvr>
                                        <p:cTn id="13" dur="500" fill="hold"/>
                                        <p:tgtEl>
                                          <p:spTgt spid="103429"/>
                                        </p:tgtEl>
                                      </p:cBhvr>
                                    </p:animEffect>
                                  </p:childTnLst>
                                </p:cTn>
                              </p:par>
                              <p:par>
                                <p:cTn id="14" presetID="16" presetClass="entr" presetSubtype="26" fill="hold" nodeType="withEffect">
                                  <p:stCondLst>
                                    <p:cond delay="0"/>
                                  </p:stCondLst>
                                  <p:childTnLst>
                                    <p:set>
                                      <p:cBhvr>
                                        <p:cTn id="15" dur="1" fill="hold">
                                          <p:stCondLst>
                                            <p:cond delay="0"/>
                                          </p:stCondLst>
                                        </p:cTn>
                                        <p:tgtEl>
                                          <p:spTgt spid="103430"/>
                                        </p:tgtEl>
                                        <p:attrNameLst>
                                          <p:attrName>style.visibility</p:attrName>
                                        </p:attrNameLst>
                                      </p:cBhvr>
                                      <p:to>
                                        <p:strVal val="visible"/>
                                      </p:to>
                                    </p:set>
                                    <p:animEffect transition="in" filter="barn(inHorizontal)">
                                      <p:cBhvr>
                                        <p:cTn id="16" dur="500" fill="hold"/>
                                        <p:tgtEl>
                                          <p:spTgt spid="103430"/>
                                        </p:tgtEl>
                                      </p:cBhvr>
                                    </p:animEffect>
                                  </p:childTnLst>
                                </p:cTn>
                              </p:par>
                              <p:par>
                                <p:cTn id="17" presetID="16" presetClass="entr" presetSubtype="26" fill="hold" nodeType="withEffect">
                                  <p:stCondLst>
                                    <p:cond delay="0"/>
                                  </p:stCondLst>
                                  <p:childTnLst>
                                    <p:set>
                                      <p:cBhvr>
                                        <p:cTn id="18" dur="1" fill="hold">
                                          <p:stCondLst>
                                            <p:cond delay="0"/>
                                          </p:stCondLst>
                                        </p:cTn>
                                        <p:tgtEl>
                                          <p:spTgt spid="103431"/>
                                        </p:tgtEl>
                                        <p:attrNameLst>
                                          <p:attrName>style.visibility</p:attrName>
                                        </p:attrNameLst>
                                      </p:cBhvr>
                                      <p:to>
                                        <p:strVal val="visible"/>
                                      </p:to>
                                    </p:set>
                                    <p:animEffect transition="in" filter="barn(inHorizontal)">
                                      <p:cBhvr>
                                        <p:cTn id="19" dur="500" fill="hold"/>
                                        <p:tgtEl>
                                          <p:spTgt spid="103431"/>
                                        </p:tgtEl>
                                      </p:cBhvr>
                                    </p:animEffect>
                                  </p:childTnLst>
                                </p:cTn>
                              </p:par>
                              <p:par>
                                <p:cTn id="20" presetID="16" presetClass="entr" presetSubtype="26" fill="hold" nodeType="withEffect">
                                  <p:stCondLst>
                                    <p:cond delay="0"/>
                                  </p:stCondLst>
                                  <p:childTnLst>
                                    <p:set>
                                      <p:cBhvr>
                                        <p:cTn id="21" dur="1" fill="hold">
                                          <p:stCondLst>
                                            <p:cond delay="0"/>
                                          </p:stCondLst>
                                        </p:cTn>
                                        <p:tgtEl>
                                          <p:spTgt spid="103432"/>
                                        </p:tgtEl>
                                        <p:attrNameLst>
                                          <p:attrName>style.visibility</p:attrName>
                                        </p:attrNameLst>
                                      </p:cBhvr>
                                      <p:to>
                                        <p:strVal val="visible"/>
                                      </p:to>
                                    </p:set>
                                    <p:animEffect transition="in" filter="barn(inHorizontal)">
                                      <p:cBhvr>
                                        <p:cTn id="22" dur="500" fill="hold"/>
                                        <p:tgtEl>
                                          <p:spTgt spid="103432"/>
                                        </p:tgtEl>
                                      </p:cBhvr>
                                    </p:animEffect>
                                  </p:childTnLst>
                                </p:cTn>
                              </p:par>
                              <p:par>
                                <p:cTn id="23" presetID="16" presetClass="entr" presetSubtype="26" fill="hold" nodeType="withEffect">
                                  <p:stCondLst>
                                    <p:cond delay="0"/>
                                  </p:stCondLst>
                                  <p:childTnLst>
                                    <p:set>
                                      <p:cBhvr>
                                        <p:cTn id="24" dur="1" fill="hold">
                                          <p:stCondLst>
                                            <p:cond delay="0"/>
                                          </p:stCondLst>
                                        </p:cTn>
                                        <p:tgtEl>
                                          <p:spTgt spid="103433"/>
                                        </p:tgtEl>
                                        <p:attrNameLst>
                                          <p:attrName>style.visibility</p:attrName>
                                        </p:attrNameLst>
                                      </p:cBhvr>
                                      <p:to>
                                        <p:strVal val="visible"/>
                                      </p:to>
                                    </p:set>
                                    <p:animEffect transition="in" filter="barn(inHorizontal)">
                                      <p:cBhvr>
                                        <p:cTn id="25" dur="500" fill="hold"/>
                                        <p:tgtEl>
                                          <p:spTgt spid="103433"/>
                                        </p:tgtEl>
                                      </p:cBhvr>
                                    </p:animEffec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103434"/>
                                        </p:tgtEl>
                                        <p:attrNameLst>
                                          <p:attrName>style.visibility</p:attrName>
                                        </p:attrNameLst>
                                      </p:cBhvr>
                                      <p:to>
                                        <p:strVal val="visible"/>
                                      </p:to>
                                    </p:set>
                                    <p:animEffect transition="in" filter="blinds(horizontal)">
                                      <p:cBhvr>
                                        <p:cTn id="30" dur="500" fill="hold"/>
                                        <p:tgtEl>
                                          <p:spTgt spid="103434"/>
                                        </p:tgtEl>
                                      </p:cBhvr>
                                    </p:animEffect>
                                  </p:childTnLst>
                                </p:cTn>
                              </p:par>
                              <p:par>
                                <p:cTn id="31" presetID="3" presetClass="entr" presetSubtype="10" fill="hold" nodeType="withEffect">
                                  <p:stCondLst>
                                    <p:cond delay="0"/>
                                  </p:stCondLst>
                                  <p:childTnLst>
                                    <p:set>
                                      <p:cBhvr>
                                        <p:cTn id="32" dur="1" fill="hold">
                                          <p:stCondLst>
                                            <p:cond delay="0"/>
                                          </p:stCondLst>
                                        </p:cTn>
                                        <p:tgtEl>
                                          <p:spTgt spid="103435"/>
                                        </p:tgtEl>
                                        <p:attrNameLst>
                                          <p:attrName>style.visibility</p:attrName>
                                        </p:attrNameLst>
                                      </p:cBhvr>
                                      <p:to>
                                        <p:strVal val="visible"/>
                                      </p:to>
                                    </p:set>
                                    <p:animEffect transition="in" filter="blinds(horizontal)">
                                      <p:cBhvr>
                                        <p:cTn id="33" dur="500" fill="hold"/>
                                        <p:tgtEl>
                                          <p:spTgt spid="103435"/>
                                        </p:tgtEl>
                                      </p:cBhvr>
                                    </p:animEffect>
                                  </p:childTnLst>
                                </p:cTn>
                              </p:par>
                              <p:par>
                                <p:cTn id="34" presetID="3" presetClass="entr" presetSubtype="10" fill="hold" nodeType="withEffect">
                                  <p:stCondLst>
                                    <p:cond delay="0"/>
                                  </p:stCondLst>
                                  <p:childTnLst>
                                    <p:set>
                                      <p:cBhvr>
                                        <p:cTn id="35" dur="1" fill="hold">
                                          <p:stCondLst>
                                            <p:cond delay="0"/>
                                          </p:stCondLst>
                                        </p:cTn>
                                        <p:tgtEl>
                                          <p:spTgt spid="103436"/>
                                        </p:tgtEl>
                                        <p:attrNameLst>
                                          <p:attrName>style.visibility</p:attrName>
                                        </p:attrNameLst>
                                      </p:cBhvr>
                                      <p:to>
                                        <p:strVal val="visible"/>
                                      </p:to>
                                    </p:set>
                                    <p:animEffect transition="in" filter="blinds(horizontal)">
                                      <p:cBhvr>
                                        <p:cTn id="36" dur="500" fill="hold"/>
                                        <p:tgtEl>
                                          <p:spTgt spid="103436"/>
                                        </p:tgtEl>
                                      </p:cBhvr>
                                    </p:animEffect>
                                  </p:childTnLst>
                                </p:cTn>
                              </p:par>
                              <p:par>
                                <p:cTn id="37" presetID="10" presetClass="entr" presetSubtype="0" fill="hold" nodeType="withEffect">
                                  <p:stCondLst>
                                    <p:cond delay="0"/>
                                  </p:stCondLst>
                                  <p:childTnLst>
                                    <p:set>
                                      <p:cBhvr>
                                        <p:cTn id="38" dur="1" fill="hold">
                                          <p:stCondLst>
                                            <p:cond delay="0"/>
                                          </p:stCondLst>
                                        </p:cTn>
                                        <p:tgtEl>
                                          <p:spTgt spid="103437"/>
                                        </p:tgtEl>
                                        <p:attrNameLst>
                                          <p:attrName>style.visibility</p:attrName>
                                        </p:attrNameLst>
                                      </p:cBhvr>
                                      <p:to>
                                        <p:strVal val="visible"/>
                                      </p:to>
                                    </p:set>
                                    <p:animEffect transition="in" filter="blinds(horizontal)">
                                      <p:cBhvr>
                                        <p:cTn id="39" dur="500" fill="hold"/>
                                        <p:tgtEl>
                                          <p:spTgt spid="103437"/>
                                        </p:tgtEl>
                                      </p:cBhvr>
                                    </p:animEffect>
                                  </p:childTnLst>
                                </p:cTn>
                              </p:par>
                              <p:par>
                                <p:cTn id="40" presetID="3" presetClass="entr" presetSubtype="10" fill="hold" nodeType="withEffect">
                                  <p:stCondLst>
                                    <p:cond delay="0"/>
                                  </p:stCondLst>
                                  <p:childTnLst>
                                    <p:set>
                                      <p:cBhvr>
                                        <p:cTn id="41" dur="1" fill="hold">
                                          <p:stCondLst>
                                            <p:cond delay="0"/>
                                          </p:stCondLst>
                                        </p:cTn>
                                        <p:tgtEl>
                                          <p:spTgt spid="103438"/>
                                        </p:tgtEl>
                                        <p:attrNameLst>
                                          <p:attrName>style.visibility</p:attrName>
                                        </p:attrNameLst>
                                      </p:cBhvr>
                                      <p:to>
                                        <p:strVal val="visible"/>
                                      </p:to>
                                    </p:set>
                                    <p:animEffect transition="in" filter="blinds(horizontal)">
                                      <p:cBhvr>
                                        <p:cTn id="42" dur="500" fill="hold"/>
                                        <p:tgtEl>
                                          <p:spTgt spid="103438"/>
                                        </p:tgtEl>
                                      </p:cBhvr>
                                    </p:animEffect>
                                  </p:childTnLst>
                                </p:cTn>
                              </p:par>
                              <p:par>
                                <p:cTn id="43" presetID="3" presetClass="entr" presetSubtype="10" fill="hold" nodeType="withEffect">
                                  <p:stCondLst>
                                    <p:cond delay="0"/>
                                  </p:stCondLst>
                                  <p:childTnLst>
                                    <p:set>
                                      <p:cBhvr>
                                        <p:cTn id="44" dur="1" fill="hold">
                                          <p:stCondLst>
                                            <p:cond delay="0"/>
                                          </p:stCondLst>
                                        </p:cTn>
                                        <p:tgtEl>
                                          <p:spTgt spid="103439"/>
                                        </p:tgtEl>
                                        <p:attrNameLst>
                                          <p:attrName>style.visibility</p:attrName>
                                        </p:attrNameLst>
                                      </p:cBhvr>
                                      <p:to>
                                        <p:strVal val="visible"/>
                                      </p:to>
                                    </p:set>
                                    <p:animEffect transition="in" filter="blinds(horizontal)">
                                      <p:cBhvr>
                                        <p:cTn id="45" dur="500" fill="hold"/>
                                        <p:tgtEl>
                                          <p:spTgt spid="103439"/>
                                        </p:tgtEl>
                                      </p:cBhvr>
                                    </p:animEffect>
                                  </p:childTnLst>
                                </p:cTn>
                              </p:par>
                            </p:childTnLst>
                          </p:cTn>
                        </p:par>
                      </p:childTnLst>
                    </p:cTn>
                  </p:par>
                  <p:par>
                    <p:cTn id="46" fill="hold">
                      <p:stCondLst>
                        <p:cond delay="indefinite"/>
                      </p:stCondLst>
                      <p:childTnLst>
                        <p:par>
                          <p:cTn id="47" fill="hold">
                            <p:stCondLst>
                              <p:cond delay="0"/>
                            </p:stCondLst>
                            <p:childTnLst>
                              <p:par>
                                <p:cTn id="48" presetID="24" presetClass="entr" presetSubtype="0" fill="hold" nodeType="clickEffect">
                                  <p:stCondLst>
                                    <p:cond delay="0"/>
                                  </p:stCondLst>
                                  <p:childTnLst>
                                    <p:set>
                                      <p:cBhvr>
                                        <p:cTn id="49" dur="1" fill="hold">
                                          <p:stCondLst>
                                            <p:cond delay="0"/>
                                          </p:stCondLst>
                                        </p:cTn>
                                        <p:tgtEl>
                                          <p:spTgt spid="103440"/>
                                        </p:tgtEl>
                                        <p:attrNameLst>
                                          <p:attrName>style.visibility</p:attrName>
                                        </p:attrNameLst>
                                      </p:cBhvr>
                                      <p:to>
                                        <p:strVal val="visible"/>
                                      </p:to>
                                    </p:set>
                                    <p:anim calcmode="lin" valueType="num">
                                      <p:cBhvr>
                                        <p:cTn id="50" dur="1" fill="hold"/>
                                        <p:tgtEl>
                                          <p:spTgt spid="103440"/>
                                        </p:tgtEl>
                                      </p:cBhvr>
                                    </p:anim>
                                  </p:childTnLst>
                                </p:cTn>
                              </p:par>
                              <p:par>
                                <p:cTn id="51" presetID="24" presetClass="entr" presetSubtype="0" fill="hold" nodeType="withEffect">
                                  <p:stCondLst>
                                    <p:cond delay="0"/>
                                  </p:stCondLst>
                                  <p:childTnLst>
                                    <p:set>
                                      <p:cBhvr>
                                        <p:cTn id="52" dur="1" fill="hold">
                                          <p:stCondLst>
                                            <p:cond delay="0"/>
                                          </p:stCondLst>
                                        </p:cTn>
                                        <p:tgtEl>
                                          <p:spTgt spid="103441"/>
                                        </p:tgtEl>
                                        <p:attrNameLst>
                                          <p:attrName>style.visibility</p:attrName>
                                        </p:attrNameLst>
                                      </p:cBhvr>
                                      <p:to>
                                        <p:strVal val="visible"/>
                                      </p:to>
                                    </p:set>
                                    <p:anim calcmode="lin" valueType="num">
                                      <p:cBhvr>
                                        <p:cTn id="53" dur="1" fill="hold"/>
                                        <p:tgtEl>
                                          <p:spTgt spid="103441"/>
                                        </p:tgtEl>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4000" b="1" spc="0">
                <a:effectLst>
                  <a:outerShdw blurRad="38100" dist="38100" dir="2700000" algn="tl">
                    <a:schemeClr val="bg2"/>
                  </a:outerShdw>
                </a:effectLst>
              </a:rPr>
              <a:t>1.2.2   Java</a:t>
            </a:r>
            <a:r>
              <a:rPr lang="zh-CN" altLang="en-US" sz="4000" b="1" spc="0">
                <a:effectLst>
                  <a:outerShdw blurRad="38100" dist="38100" dir="2700000" algn="tl">
                    <a:schemeClr val="bg2"/>
                  </a:outerShdw>
                </a:effectLst>
              </a:rPr>
              <a:t>开发环境的搭建</a:t>
            </a:r>
            <a:endParaRPr lang="zh-CN" altLang="en-US" b="1">
              <a:effectLst>
                <a:outerShdw blurRad="38100" dist="38100" dir="2700000" algn="tl">
                  <a:schemeClr val="bg2"/>
                </a:outerShdw>
              </a:effectLst>
            </a:endParaRPr>
          </a:p>
        </p:txBody>
      </p:sp>
      <p:sp>
        <p:nvSpPr>
          <p:cNvPr id="104451" name="Freeform 3"/>
          <p:cNvSpPr/>
          <p:nvPr/>
        </p:nvSpPr>
        <p:spPr bwMode="auto">
          <a:xfrm>
            <a:off x="174625" y="1954213"/>
            <a:ext cx="2157413" cy="2881312"/>
          </a:xfrm>
          <a:custGeom>
            <a:avLst/>
            <a:gdLst>
              <a:gd name="GT0" fmla="+- l w 0"/>
              <a:gd name="GT1" fmla="+- t h 0"/>
            </a:gdLst>
            <a:ahLst/>
            <a:cxnLst>
              <a:cxn ang="0">
                <a:pos x="0" y="276382"/>
              </a:cxn>
              <a:cxn ang="0">
                <a:pos x="1588" y="2652997"/>
              </a:cxn>
              <a:cxn ang="0">
                <a:pos x="490538" y="2875971"/>
              </a:cxn>
              <a:cxn ang="0">
                <a:pos x="1081088" y="2723761"/>
              </a:cxn>
              <a:cxn ang="0">
                <a:pos x="1585913" y="2539507"/>
              </a:cxn>
              <a:cxn ang="0">
                <a:pos x="2157413" y="2693052"/>
              </a:cxn>
              <a:cxn ang="0">
                <a:pos x="2157413" y="240332"/>
              </a:cxn>
              <a:cxn ang="0">
                <a:pos x="1627188" y="28039"/>
              </a:cxn>
              <a:cxn ang="0">
                <a:pos x="581025" y="504697"/>
              </a:cxn>
              <a:cxn ang="0">
                <a:pos x="0" y="276382"/>
              </a:cxn>
            </a:cxnLst>
            <a:rect l="l" t="t" r="GT0" b="GT1"/>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rgbClr val="009999"/>
              </a:gs>
              <a:gs pos="100000">
                <a:srgbClr val="004747"/>
              </a:gs>
            </a:gsLst>
            <a:lin ang="5400000" scaled="1"/>
          </a:gradFill>
          <a:ln>
            <a:noFill/>
            <a:round/>
          </a:ln>
          <a:scene3d>
            <a:camera prst="legacyPerspectiveTop">
              <a:rot lat="0" lon="0" rev="0"/>
            </a:camera>
            <a:lightRig rig="legacyNormal2" dir="t"/>
          </a:scene3d>
          <a:sp3d extrusionH="887400" prstMaterial="legacyMatte">
            <a:bevelT w="13500" h="13500" prst="angle"/>
            <a:bevelB w="13500" h="13500" prst="angle"/>
            <a:extrusionClr>
              <a:schemeClr val="hlink"/>
            </a:extrusionClr>
            <a:contourClr>
              <a:srgbClr val="000000"/>
            </a:contourClr>
          </a:sp3d>
        </p:spPr>
        <p:txBody>
          <a:bodyPr/>
          <a:lstStyle/>
          <a:p/>
        </p:txBody>
      </p:sp>
      <p:sp>
        <p:nvSpPr>
          <p:cNvPr id="104452" name="Text Box 17"/>
          <p:cNvSpPr/>
          <p:nvPr/>
        </p:nvSpPr>
        <p:spPr>
          <a:xfrm>
            <a:off x="174625" y="3035300"/>
            <a:ext cx="2133600" cy="119062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120650" lvl="0" indent="-120650" eaLnBrk="1" hangingPunct="1">
              <a:lnSpc>
                <a:spcPct val="90000"/>
              </a:lnSpc>
              <a:spcBef>
                <a:spcPct val="50000"/>
              </a:spcBef>
              <a:buClrTx/>
              <a:buSzTx/>
              <a:buFontTx/>
              <a:buNone/>
            </a:pPr>
            <a:r>
              <a:rPr lang="en-US" altLang="zh-CN" b="1">
                <a:solidFill>
                  <a:schemeClr val="bg1"/>
                </a:solidFill>
                <a:latin typeface="Courier New" panose="02070309020205020404" pitchFamily="49" charset="0"/>
              </a:rPr>
              <a:t>JDK</a:t>
            </a:r>
            <a:r>
              <a:rPr lang="zh-CN" altLang="en-US" b="1">
                <a:solidFill>
                  <a:schemeClr val="bg1"/>
                </a:solidFill>
                <a:latin typeface="Courier New" panose="02070309020205020404" pitchFamily="49" charset="0"/>
              </a:rPr>
              <a:t>安装成功后，还需要对操作系统的环境变量进行设置。</a:t>
            </a:r>
            <a:endParaRPr lang="en-US" altLang="zh-CN" b="1">
              <a:solidFill>
                <a:schemeClr val="bg1"/>
              </a:solidFill>
              <a:latin typeface="Courier New" panose="02070309020205020404" pitchFamily="49" charset="0"/>
            </a:endParaRPr>
          </a:p>
        </p:txBody>
      </p:sp>
      <p:sp>
        <p:nvSpPr>
          <p:cNvPr id="104453" name="Text Box 37"/>
          <p:cNvSpPr/>
          <p:nvPr/>
        </p:nvSpPr>
        <p:spPr>
          <a:xfrm>
            <a:off x="392113" y="2530475"/>
            <a:ext cx="1749425" cy="3968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50000"/>
              </a:spcBef>
              <a:buClrTx/>
              <a:buSzTx/>
              <a:buFontTx/>
              <a:buNone/>
            </a:pPr>
            <a:r>
              <a:rPr lang="zh-CN" altLang="en-US" b="1">
                <a:solidFill>
                  <a:srgbClr val="FFFFFF"/>
                </a:solidFill>
                <a:latin typeface="Arial" panose="020B0604020202020204" pitchFamily="34" charset="0"/>
                <a:ea typeface="宋体" panose="02010600030101010101" pitchFamily="2" charset="-122"/>
              </a:rPr>
              <a:t>设置环境变量</a:t>
            </a:r>
            <a:endParaRPr lang="zh-CN" altLang="en-US" b="1">
              <a:solidFill>
                <a:srgbClr val="FFFFFF"/>
              </a:solidFill>
              <a:latin typeface="Arial" panose="020B0604020202020204" pitchFamily="34" charset="0"/>
              <a:ea typeface="宋体" panose="02010600030101010101" pitchFamily="2" charset="-122"/>
            </a:endParaRPr>
          </a:p>
        </p:txBody>
      </p:sp>
      <p:pic>
        <p:nvPicPr>
          <p:cNvPr id="104454" name="Picture 38"/>
          <p:cNvPicPr>
            <a:picLocks noChangeAspect="1"/>
          </p:cNvPicPr>
          <p:nvPr/>
        </p:nvPicPr>
        <p:blipFill>
          <a:blip r:embed="rId1"/>
          <a:stretch>
            <a:fillRect/>
          </a:stretch>
        </p:blipFill>
        <p:spPr>
          <a:xfrm>
            <a:off x="436563" y="1712913"/>
            <a:ext cx="569912" cy="268287"/>
          </a:xfrm>
          <a:prstGeom prst="rect">
            <a:avLst/>
          </a:prstGeom>
          <a:noFill/>
          <a:ln>
            <a:noFill/>
            <a:miter lim="800000"/>
            <a:headEnd/>
            <a:tailEnd/>
          </a:ln>
        </p:spPr>
      </p:pic>
      <p:cxnSp>
        <p:nvCxnSpPr>
          <p:cNvPr id="104455" name="Line 39"/>
          <p:cNvCxnSpPr/>
          <p:nvPr/>
        </p:nvCxnSpPr>
        <p:spPr>
          <a:xfrm>
            <a:off x="319088" y="2962275"/>
            <a:ext cx="1916112" cy="0"/>
          </a:xfrm>
          <a:prstGeom prst="line">
            <a:avLst/>
          </a:prstGeom>
          <a:noFill/>
          <a:ln w="12700" cap="rnd">
            <a:solidFill>
              <a:srgbClr val="FFFFFF">
                <a:alpha val="50195"/>
              </a:srgbClr>
            </a:solidFill>
            <a:prstDash val="sysDot"/>
            <a:miter lim="800000"/>
          </a:ln>
          <a:effectLst>
            <a:outerShdw dist="28398" dir="20006096" algn="ctr">
              <a:srgbClr val="000000">
                <a:alpha val="50000"/>
              </a:srgbClr>
            </a:outerShdw>
          </a:effectLst>
        </p:spPr>
      </p:cxnSp>
      <p:grpSp>
        <p:nvGrpSpPr>
          <p:cNvPr id="104456" name="Group 8"/>
          <p:cNvGrpSpPr/>
          <p:nvPr/>
        </p:nvGrpSpPr>
        <p:grpSpPr>
          <a:xfrm>
            <a:off x="323850" y="1700213"/>
            <a:ext cx="739775" cy="822325"/>
            <a:chOff x="0" y="0"/>
            <a:chExt cx="466" cy="518"/>
          </a:xfrm>
        </p:grpSpPr>
        <p:grpSp>
          <p:nvGrpSpPr>
            <p:cNvPr id="104470" name="Group 9"/>
            <p:cNvGrpSpPr/>
            <p:nvPr/>
          </p:nvGrpSpPr>
          <p:grpSpPr>
            <a:xfrm>
              <a:off x="0" y="0"/>
              <a:ext cx="466" cy="518"/>
              <a:chOff x="0" y="0"/>
              <a:chExt cx="466" cy="518"/>
            </a:xfrm>
          </p:grpSpPr>
          <p:pic>
            <p:nvPicPr>
              <p:cNvPr id="104472" name="Picture 43" descr="light_shadow"/>
              <p:cNvPicPr>
                <a:picLocks noChangeAspect="1"/>
              </p:cNvPicPr>
              <p:nvPr/>
            </p:nvPicPr>
            <p:blipFill>
              <a:blip r:embed="rId2">
                <a:lum bright="-78000" contrast="-78000"/>
              </a:blip>
              <a:stretch>
                <a:fillRect/>
              </a:stretch>
            </p:blipFill>
            <p:spPr>
              <a:xfrm>
                <a:off x="44" y="406"/>
                <a:ext cx="384" cy="112"/>
              </a:xfrm>
              <a:prstGeom prst="rect">
                <a:avLst/>
              </a:prstGeom>
              <a:noFill/>
              <a:ln>
                <a:noFill/>
                <a:miter lim="800000"/>
                <a:headEnd/>
                <a:tailEnd/>
              </a:ln>
            </p:spPr>
          </p:pic>
          <p:pic>
            <p:nvPicPr>
              <p:cNvPr id="104473" name="Picture 44" descr="circuler_1"/>
              <p:cNvPicPr>
                <a:picLocks noChangeAspect="1"/>
              </p:cNvPicPr>
              <p:nvPr/>
            </p:nvPicPr>
            <p:blipFill>
              <a:blip r:embed="rId3"/>
              <a:stretch>
                <a:fillRect/>
              </a:stretch>
            </p:blipFill>
            <p:spPr>
              <a:xfrm>
                <a:off x="0" y="0"/>
                <a:ext cx="466" cy="478"/>
              </a:xfrm>
              <a:prstGeom prst="rect">
                <a:avLst/>
              </a:prstGeom>
              <a:noFill/>
              <a:ln>
                <a:noFill/>
                <a:miter lim="800000"/>
                <a:headEnd/>
                <a:tailEnd/>
              </a:ln>
            </p:spPr>
          </p:pic>
          <p:grpSp>
            <p:nvGrpSpPr>
              <p:cNvPr id="104474" name="Group 12"/>
              <p:cNvGrpSpPr/>
              <p:nvPr/>
            </p:nvGrpSpPr>
            <p:grpSpPr>
              <a:xfrm>
                <a:off x="-4" y="-3"/>
                <a:ext cx="472" cy="488"/>
                <a:chOff x="0" y="0"/>
                <a:chExt cx="749808" cy="774192"/>
              </a:xfrm>
            </p:grpSpPr>
            <p:pic>
              <p:nvPicPr>
                <p:cNvPr id="104475" name="Oval 45"/>
                <p:cNvPicPr/>
                <p:nvPr/>
              </p:nvPicPr>
              <p:blipFill>
                <a:blip r:embed="rId4"/>
                <a:stretch>
                  <a:fillRect/>
                </a:stretch>
              </p:blipFill>
              <p:spPr>
                <a:xfrm>
                  <a:off x="0" y="0"/>
                  <a:ext cx="749808" cy="774192"/>
                </a:xfrm>
                <a:prstGeom prst="rect">
                  <a:avLst/>
                </a:prstGeom>
                <a:noFill/>
                <a:ln>
                  <a:noFill/>
                  <a:miter lim="800000"/>
                  <a:headEnd/>
                  <a:tailEnd/>
                </a:ln>
              </p:spPr>
            </p:pic>
            <p:sp>
              <p:nvSpPr>
                <p:cNvPr id="104476" name="Text Box 14"/>
                <p:cNvSpPr/>
                <p:nvPr/>
              </p:nvSpPr>
              <p:spPr>
                <a:xfrm>
                  <a:off x="114498" y="116885"/>
                  <a:ext cx="519733" cy="537693"/>
                </a:xfrm>
                <a:prstGeom prst="rect">
                  <a:avLst/>
                </a:prstGeom>
                <a:no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pic>
          <p:nvPicPr>
            <p:cNvPr id="104471" name="Picture 46" descr="Picture2"/>
            <p:cNvPicPr>
              <a:picLocks noChangeAspect="1"/>
            </p:cNvPicPr>
            <p:nvPr/>
          </p:nvPicPr>
          <p:blipFill>
            <a:blip r:embed="rId1"/>
            <a:stretch>
              <a:fillRect/>
            </a:stretch>
          </p:blipFill>
          <p:spPr>
            <a:xfrm>
              <a:off x="57" y="5"/>
              <a:ext cx="359" cy="169"/>
            </a:xfrm>
            <a:prstGeom prst="rect">
              <a:avLst/>
            </a:prstGeom>
            <a:noFill/>
            <a:ln>
              <a:noFill/>
              <a:miter lim="800000"/>
              <a:headEnd/>
              <a:tailEnd/>
            </a:ln>
          </p:spPr>
        </p:pic>
      </p:grpSp>
      <p:sp>
        <p:nvSpPr>
          <p:cNvPr id="104457" name="WordArt 47"/>
          <p:cNvSpPr>
            <a:spLocks noTextEdit="1"/>
          </p:cNvSpPr>
          <p:nvPr/>
        </p:nvSpPr>
        <p:spPr>
          <a:xfrm>
            <a:off x="447675" y="1879600"/>
            <a:ext cx="530225" cy="420688"/>
          </a:xfrm>
          <a:solidFill>
            <a:srgbClr val="FCFCFC">
              <a:alpha val="59999"/>
            </a:srgbClr>
          </a:solidFill>
          <a:ln>
            <a:noFill/>
            <a:miter lim="800000"/>
          </a:ln>
        </p:spPr>
        <p:txBody>
          <a:bodyPr wrap="none" fromWordArt="1">
            <a:prstTxWarp prst="textPlain">
              <a:avLst/>
            </a:prstTxWarp>
            <a:noAutofit/>
          </a:bodyPr>
          <a:lstStyle/>
          <a:p>
            <a:pPr algn="ctr"/>
            <a:r>
              <a:rPr sz="3600" i="1" kern="10">
                <a:ln>
                  <a:noFill/>
                </a:ln>
                <a:solidFill>
                  <a:srgbClr val="FCFCFC">
                    <a:alpha val="59999"/>
                  </a:srgbClr>
                </a:solidFill>
                <a:latin typeface="Arial Black" panose="020B0A04020102020204"/>
              </a:rPr>
              <a:t>03</a:t>
            </a:r>
            <a:endParaRPr sz="3600" i="1" kern="10">
              <a:ln>
                <a:noFill/>
              </a:ln>
              <a:solidFill>
                <a:srgbClr val="FCFCFC">
                  <a:alpha val="59999"/>
                </a:srgbClr>
              </a:solidFill>
              <a:latin typeface="Arial Black" panose="020B0A04020102020204"/>
            </a:endParaRPr>
          </a:p>
        </p:txBody>
      </p:sp>
      <p:sp>
        <p:nvSpPr>
          <p:cNvPr id="104458" name="Rectangle 2"/>
          <p:cNvSpPr/>
          <p:nvPr/>
        </p:nvSpPr>
        <p:spPr>
          <a:xfrm>
            <a:off x="3276600" y="1412875"/>
            <a:ext cx="5616575" cy="504825"/>
          </a:xfrm>
          <a:prstGeom prst="rect">
            <a:avLst/>
          </a:prstGeom>
          <a:noFill/>
          <a:ln w="19050">
            <a:solidFill>
              <a:srgbClr val="009999"/>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en-US" altLang="zh-CN" sz="2800">
                <a:solidFill>
                  <a:schemeClr val="folHlink"/>
                </a:solidFill>
                <a:latin typeface="Verdana" panose="020B0604030504040204" pitchFamily="34" charset="0"/>
                <a:ea typeface="Gulim" panose="020B0600000101010101" pitchFamily="2" charset="-127"/>
              </a:rPr>
              <a:t> </a:t>
            </a:r>
            <a:r>
              <a:rPr lang="ko-KR" altLang="en-US" b="1">
                <a:solidFill>
                  <a:schemeClr val="folHlink"/>
                </a:solidFill>
                <a:latin typeface="Verdana" panose="020B0604030504040204" pitchFamily="34" charset="0"/>
                <a:ea typeface="Gulim" panose="020B0600000101010101" pitchFamily="2" charset="-127"/>
              </a:rPr>
              <a:t>打开</a:t>
            </a:r>
            <a:r>
              <a:rPr lang="ko-KR" altLang="en-US" b="1">
                <a:solidFill>
                  <a:schemeClr val="folHlink"/>
                </a:solidFill>
                <a:ea typeface="Gulim" panose="020B0600000101010101" pitchFamily="2" charset="-127"/>
              </a:rPr>
              <a:t>“</a:t>
            </a:r>
            <a:r>
              <a:rPr lang="ko-KR" altLang="en-US" b="1">
                <a:solidFill>
                  <a:schemeClr val="folHlink"/>
                </a:solidFill>
                <a:latin typeface="Verdana" panose="020B0604030504040204" pitchFamily="34" charset="0"/>
                <a:ea typeface="Gulim" panose="020B0600000101010101" pitchFamily="2" charset="-127"/>
              </a:rPr>
              <a:t>系统属性</a:t>
            </a:r>
            <a:r>
              <a:rPr lang="ko-KR" altLang="en-US" b="1">
                <a:solidFill>
                  <a:schemeClr val="folHlink"/>
                </a:solidFill>
                <a:ea typeface="Gulim" panose="020B0600000101010101" pitchFamily="2" charset="-127"/>
              </a:rPr>
              <a:t>”</a:t>
            </a:r>
            <a:r>
              <a:rPr lang="ko-KR" altLang="en-US" b="1">
                <a:solidFill>
                  <a:schemeClr val="folHlink"/>
                </a:solidFill>
                <a:latin typeface="Verdana" panose="020B0604030504040204" pitchFamily="34" charset="0"/>
                <a:ea typeface="Gulim" panose="020B0600000101010101" pitchFamily="2" charset="-127"/>
              </a:rPr>
              <a:t>对话框，选择</a:t>
            </a:r>
            <a:r>
              <a:rPr lang="ko-KR" altLang="en-US" b="1">
                <a:solidFill>
                  <a:schemeClr val="folHlink"/>
                </a:solidFill>
                <a:ea typeface="Gulim" panose="020B0600000101010101" pitchFamily="2" charset="-127"/>
              </a:rPr>
              <a:t>“高级”</a:t>
            </a:r>
            <a:r>
              <a:rPr lang="ko-KR" altLang="en-US" b="1">
                <a:solidFill>
                  <a:schemeClr val="folHlink"/>
                </a:solidFill>
                <a:latin typeface="Verdana" panose="020B0604030504040204" pitchFamily="34" charset="0"/>
                <a:ea typeface="Gulim" panose="020B0600000101010101" pitchFamily="2" charset="-127"/>
              </a:rPr>
              <a:t>选项卡</a:t>
            </a:r>
            <a:r>
              <a:rPr lang="zh-CN" altLang="en-US" b="1">
                <a:solidFill>
                  <a:schemeClr val="folHlink"/>
                </a:solidFill>
                <a:latin typeface="Verdana" panose="020B0604030504040204" pitchFamily="34" charset="0"/>
                <a:ea typeface="Gulim" panose="020B0600000101010101" pitchFamily="2" charset="-127"/>
              </a:rPr>
              <a:t>。</a:t>
            </a:r>
            <a:endParaRPr lang="ko-KR" altLang="en-US" b="1">
              <a:solidFill>
                <a:schemeClr val="folHlink"/>
              </a:solidFill>
              <a:latin typeface="Verdana" panose="020B0604030504040204" pitchFamily="34" charset="0"/>
              <a:ea typeface="Gulim" panose="020B0600000101010101" pitchFamily="2" charset="-127"/>
            </a:endParaRPr>
          </a:p>
        </p:txBody>
      </p:sp>
      <p:sp>
        <p:nvSpPr>
          <p:cNvPr id="104459" name="AutoShape 7"/>
          <p:cNvSpPr/>
          <p:nvPr/>
        </p:nvSpPr>
        <p:spPr>
          <a:xfrm>
            <a:off x="2627313" y="1412875"/>
            <a:ext cx="508000" cy="466725"/>
          </a:xfrm>
          <a:prstGeom prst="roundRect">
            <a:avLst>
              <a:gd name="adj" fmla="val 16667"/>
            </a:avLst>
          </a:prstGeom>
          <a:solidFill>
            <a:schemeClr val="accent1"/>
          </a:solidFill>
          <a:ln>
            <a:noFill/>
            <a:miter lim="800000"/>
          </a:ln>
          <a:scene3d>
            <a:camera prst="legacyObliqueTopLeft">
              <a:rot lat="0" lon="0" rev="0"/>
            </a:camera>
            <a:lightRig rig="legacyFlat3" dir="t"/>
          </a:scene3d>
          <a:sp3d extrusionH="430200" prstMaterial="legacyMatte">
            <a:bevelT w="13500" h="13500" prst="angle"/>
            <a:bevelB w="13500" h="13500" prst="angle"/>
            <a:extrusionClr>
              <a:schemeClr val="accent1"/>
            </a:extrusionClr>
            <a:contourClr>
              <a:srgbClr val="33CCCC"/>
            </a:contourClr>
          </a:sp3d>
        </p:spPr>
        <p:txBody>
          <a:bodyPr anchor="ctr" anchorCtr="0">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a:spcBef>
                <a:spcPct val="0"/>
              </a:spcBef>
              <a:buClrTx/>
              <a:buSzTx/>
              <a:buFontTx/>
              <a:buNone/>
            </a:pPr>
            <a:r>
              <a:rPr lang="ko-KR" altLang="en-US" sz="2200">
                <a:solidFill>
                  <a:schemeClr val="tx1"/>
                </a:solidFill>
                <a:latin typeface="Verdana" panose="020B0604030504040204" pitchFamily="34" charset="0"/>
                <a:ea typeface="Gulim" panose="020B0600000101010101" pitchFamily="2" charset="-127"/>
              </a:rPr>
              <a:t>1</a:t>
            </a:r>
            <a:endParaRPr lang="ko-KR" altLang="en-US" sz="2200">
              <a:solidFill>
                <a:schemeClr val="tx1"/>
              </a:solidFill>
              <a:latin typeface="Verdana" panose="020B0604030504040204" pitchFamily="34" charset="0"/>
              <a:ea typeface="Gulim" panose="020B0600000101010101" pitchFamily="2" charset="-127"/>
            </a:endParaRPr>
          </a:p>
        </p:txBody>
      </p:sp>
      <p:sp>
        <p:nvSpPr>
          <p:cNvPr id="104460" name="AutoShape 8"/>
          <p:cNvSpPr/>
          <p:nvPr/>
        </p:nvSpPr>
        <p:spPr>
          <a:xfrm>
            <a:off x="2700338" y="2208213"/>
            <a:ext cx="460375" cy="461962"/>
          </a:xfrm>
          <a:prstGeom prst="roundRect">
            <a:avLst>
              <a:gd name="adj" fmla="val 16667"/>
            </a:avLst>
          </a:prstGeom>
          <a:solidFill>
            <a:schemeClr val="accent1"/>
          </a:solidFill>
          <a:ln>
            <a:noFill/>
            <a:miter lim="800000"/>
          </a:ln>
          <a:scene3d>
            <a:camera prst="legacyObliqueTopLeft">
              <a:rot lat="0" lon="0" rev="0"/>
            </a:camera>
            <a:lightRig rig="legacyFlat3" dir="t"/>
          </a:scene3d>
          <a:sp3d extrusionH="430200" prstMaterial="legacyMatte">
            <a:bevelT w="13500" h="13500" prst="angle"/>
            <a:bevelB w="13500" h="13500" prst="angle"/>
            <a:extrusionClr>
              <a:schemeClr val="accent1"/>
            </a:extrusionClr>
            <a:contourClr>
              <a:srgbClr val="33CCCC"/>
            </a:contourClr>
          </a:sp3d>
        </p:spPr>
        <p:txBody>
          <a:bodyPr anchor="ctr" anchorCtr="0">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a:spcBef>
                <a:spcPct val="0"/>
              </a:spcBef>
              <a:buClrTx/>
              <a:buSzTx/>
              <a:buFontTx/>
              <a:buNone/>
            </a:pPr>
            <a:r>
              <a:rPr lang="ko-KR" altLang="en-US" sz="2200">
                <a:solidFill>
                  <a:schemeClr val="tx1"/>
                </a:solidFill>
                <a:latin typeface="Verdana" panose="020B0604030504040204" pitchFamily="34" charset="0"/>
                <a:ea typeface="Gulim" panose="020B0600000101010101" pitchFamily="2" charset="-127"/>
              </a:rPr>
              <a:t>2</a:t>
            </a:r>
            <a:endParaRPr lang="ko-KR" altLang="en-US" sz="2200">
              <a:solidFill>
                <a:schemeClr val="tx1"/>
              </a:solidFill>
              <a:latin typeface="Verdana" panose="020B0604030504040204" pitchFamily="34" charset="0"/>
              <a:ea typeface="Gulim" panose="020B0600000101010101" pitchFamily="2" charset="-127"/>
            </a:endParaRPr>
          </a:p>
        </p:txBody>
      </p:sp>
      <p:sp>
        <p:nvSpPr>
          <p:cNvPr id="104461" name="Rectangle 2"/>
          <p:cNvSpPr/>
          <p:nvPr/>
        </p:nvSpPr>
        <p:spPr>
          <a:xfrm>
            <a:off x="3276600" y="2133600"/>
            <a:ext cx="5616575" cy="431800"/>
          </a:xfrm>
          <a:prstGeom prst="rect">
            <a:avLst/>
          </a:prstGeom>
          <a:noFill/>
          <a:ln w="19050">
            <a:solidFill>
              <a:srgbClr val="009999"/>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en-US" altLang="zh-CN" sz="2800">
                <a:solidFill>
                  <a:schemeClr val="folHlink"/>
                </a:solidFill>
                <a:latin typeface="Verdana" panose="020B0604030504040204" pitchFamily="34" charset="0"/>
                <a:ea typeface="Gulim" panose="020B0600000101010101" pitchFamily="2" charset="-127"/>
              </a:rPr>
              <a:t> </a:t>
            </a:r>
            <a:r>
              <a:rPr lang="zh-CN" altLang="en-US" b="1">
                <a:solidFill>
                  <a:schemeClr val="folHlink"/>
                </a:solidFill>
                <a:latin typeface="Verdana" panose="020B0604030504040204" pitchFamily="34" charset="0"/>
                <a:ea typeface="Gulim" panose="020B0600000101010101" pitchFamily="2" charset="-127"/>
              </a:rPr>
              <a:t>单击</a:t>
            </a:r>
            <a:r>
              <a:rPr lang="zh-CN" altLang="en-US" b="1">
                <a:solidFill>
                  <a:schemeClr val="folHlink"/>
                </a:solidFill>
                <a:ea typeface="Gulim" panose="020B0600000101010101" pitchFamily="2" charset="-127"/>
              </a:rPr>
              <a:t>“环境变量”按钮，打开“环境变量”</a:t>
            </a:r>
            <a:r>
              <a:rPr lang="zh-CN" altLang="en-US" b="1">
                <a:solidFill>
                  <a:schemeClr val="folHlink"/>
                </a:solidFill>
                <a:latin typeface="Verdana" panose="020B0604030504040204" pitchFamily="34" charset="0"/>
                <a:ea typeface="Gulim" panose="020B0600000101010101" pitchFamily="2" charset="-127"/>
              </a:rPr>
              <a:t>对话框。</a:t>
            </a:r>
            <a:endParaRPr lang="zh-CN" altLang="en-US" b="1">
              <a:solidFill>
                <a:schemeClr val="folHlink"/>
              </a:solidFill>
              <a:latin typeface="Verdana" panose="020B0604030504040204" pitchFamily="34" charset="0"/>
              <a:ea typeface="Gulim" panose="020B0600000101010101" pitchFamily="2" charset="-127"/>
            </a:endParaRPr>
          </a:p>
        </p:txBody>
      </p:sp>
      <p:sp>
        <p:nvSpPr>
          <p:cNvPr id="104462" name="AutoShape 9"/>
          <p:cNvSpPr/>
          <p:nvPr/>
        </p:nvSpPr>
        <p:spPr>
          <a:xfrm>
            <a:off x="2700338" y="4868863"/>
            <a:ext cx="463550" cy="463550"/>
          </a:xfrm>
          <a:prstGeom prst="roundRect">
            <a:avLst>
              <a:gd name="adj" fmla="val 16667"/>
            </a:avLst>
          </a:prstGeom>
          <a:solidFill>
            <a:schemeClr val="accent1"/>
          </a:solidFill>
          <a:ln>
            <a:noFill/>
            <a:miter lim="800000"/>
          </a:ln>
          <a:scene3d>
            <a:camera prst="legacyObliqueTopLeft">
              <a:rot lat="0" lon="0" rev="0"/>
            </a:camera>
            <a:lightRig rig="legacyFlat3" dir="t"/>
          </a:scene3d>
          <a:sp3d extrusionH="430200" prstMaterial="legacyMatte">
            <a:bevelT w="13500" h="13500" prst="angle"/>
            <a:bevelB w="13500" h="13500" prst="angle"/>
            <a:extrusionClr>
              <a:schemeClr val="accent1"/>
            </a:extrusionClr>
            <a:contourClr>
              <a:srgbClr val="33CCCC"/>
            </a:contourClr>
          </a:sp3d>
        </p:spPr>
        <p:txBody>
          <a:bodyPr anchor="ctr" anchorCtr="0">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a:spcBef>
                <a:spcPct val="0"/>
              </a:spcBef>
              <a:buClrTx/>
              <a:buSzTx/>
              <a:buFontTx/>
              <a:buNone/>
            </a:pPr>
            <a:r>
              <a:rPr lang="ko-KR" altLang="en-US" sz="2200">
                <a:solidFill>
                  <a:schemeClr val="tx1"/>
                </a:solidFill>
                <a:latin typeface="Verdana" panose="020B0604030504040204" pitchFamily="34" charset="0"/>
                <a:ea typeface="Gulim" panose="020B0600000101010101" pitchFamily="2" charset="-127"/>
              </a:rPr>
              <a:t>3</a:t>
            </a:r>
            <a:endParaRPr lang="ko-KR" altLang="en-US" sz="2200">
              <a:solidFill>
                <a:schemeClr val="tx1"/>
              </a:solidFill>
              <a:latin typeface="Verdana" panose="020B0604030504040204" pitchFamily="34" charset="0"/>
              <a:ea typeface="Gulim" panose="020B0600000101010101" pitchFamily="2" charset="-127"/>
            </a:endParaRPr>
          </a:p>
        </p:txBody>
      </p:sp>
      <p:sp>
        <p:nvSpPr>
          <p:cNvPr id="104463" name="Rectangle 2"/>
          <p:cNvSpPr/>
          <p:nvPr/>
        </p:nvSpPr>
        <p:spPr>
          <a:xfrm>
            <a:off x="3278188" y="4649788"/>
            <a:ext cx="5688012" cy="1227137"/>
          </a:xfrm>
          <a:prstGeom prst="rect">
            <a:avLst/>
          </a:prstGeom>
          <a:noFill/>
          <a:ln w="19050">
            <a:solidFill>
              <a:srgbClr val="009999"/>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en-US" altLang="zh-CN" sz="2800">
                <a:solidFill>
                  <a:schemeClr val="folHlink"/>
                </a:solidFill>
                <a:latin typeface="Verdana" panose="020B0604030504040204" pitchFamily="34" charset="0"/>
                <a:ea typeface="Gulim" panose="020B0600000101010101" pitchFamily="2" charset="-127"/>
              </a:rPr>
              <a:t> </a:t>
            </a:r>
            <a:endParaRPr lang="ko-KR" altLang="en-US" b="1">
              <a:solidFill>
                <a:schemeClr val="folHlink"/>
              </a:solidFill>
              <a:ea typeface="Gulim" panose="020B0600000101010101" pitchFamily="2" charset="-127"/>
            </a:endParaRPr>
          </a:p>
        </p:txBody>
      </p:sp>
      <p:sp>
        <p:nvSpPr>
          <p:cNvPr id="104464" name="AutoShape 9"/>
          <p:cNvSpPr/>
          <p:nvPr/>
        </p:nvSpPr>
        <p:spPr>
          <a:xfrm>
            <a:off x="2700338" y="4076700"/>
            <a:ext cx="463550" cy="463550"/>
          </a:xfrm>
          <a:prstGeom prst="roundRect">
            <a:avLst>
              <a:gd name="adj" fmla="val 16667"/>
            </a:avLst>
          </a:prstGeom>
          <a:solidFill>
            <a:schemeClr val="accent1"/>
          </a:solidFill>
          <a:ln>
            <a:noFill/>
            <a:miter lim="800000"/>
          </a:ln>
          <a:scene3d>
            <a:camera prst="legacyObliqueTopLeft">
              <a:rot lat="0" lon="0" rev="0"/>
            </a:camera>
            <a:lightRig rig="legacyFlat3" dir="t"/>
          </a:scene3d>
          <a:sp3d extrusionH="430200" prstMaterial="legacyMatte">
            <a:bevelT w="13500" h="13500" prst="angle"/>
            <a:bevelB w="13500" h="13500" prst="angle"/>
            <a:extrusionClr>
              <a:schemeClr val="accent1"/>
            </a:extrusionClr>
            <a:contourClr>
              <a:srgbClr val="33CCCC"/>
            </a:contourClr>
          </a:sp3d>
        </p:spPr>
        <p:txBody>
          <a:bodyPr anchor="ctr" anchorCtr="0">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a:spcBef>
                <a:spcPct val="0"/>
              </a:spcBef>
              <a:buClrTx/>
              <a:buSzTx/>
              <a:buFontTx/>
              <a:buNone/>
            </a:pPr>
            <a:r>
              <a:rPr lang="en-US" altLang="zh-CN" sz="2200">
                <a:solidFill>
                  <a:schemeClr val="tx1"/>
                </a:solidFill>
                <a:latin typeface="Verdana" panose="020B0604030504040204" pitchFamily="34" charset="0"/>
                <a:ea typeface="Gulim" panose="020B0600000101010101" pitchFamily="2" charset="-127"/>
              </a:rPr>
              <a:t>4</a:t>
            </a:r>
            <a:endParaRPr lang="en-US" altLang="zh-CN" sz="2200">
              <a:solidFill>
                <a:schemeClr val="tx1"/>
              </a:solidFill>
              <a:latin typeface="Verdana" panose="020B0604030504040204" pitchFamily="34" charset="0"/>
              <a:ea typeface="Gulim" panose="020B0600000101010101" pitchFamily="2" charset="-127"/>
            </a:endParaRPr>
          </a:p>
        </p:txBody>
      </p:sp>
      <p:sp>
        <p:nvSpPr>
          <p:cNvPr id="104465" name="Rectangle 2"/>
          <p:cNvSpPr/>
          <p:nvPr/>
        </p:nvSpPr>
        <p:spPr>
          <a:xfrm>
            <a:off x="3276600" y="4005263"/>
            <a:ext cx="5688013" cy="431800"/>
          </a:xfrm>
          <a:prstGeom prst="rect">
            <a:avLst/>
          </a:prstGeom>
          <a:noFill/>
          <a:ln w="19050">
            <a:solidFill>
              <a:srgbClr val="009999"/>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en-US" altLang="zh-CN" sz="2800">
                <a:solidFill>
                  <a:schemeClr val="folHlink"/>
                </a:solidFill>
                <a:latin typeface="Verdana" panose="020B0604030504040204" pitchFamily="34" charset="0"/>
                <a:ea typeface="Gulim" panose="020B0600000101010101" pitchFamily="2" charset="-127"/>
              </a:rPr>
              <a:t> </a:t>
            </a:r>
            <a:r>
              <a:rPr lang="zh-CN" altLang="en-US" b="1">
                <a:solidFill>
                  <a:schemeClr val="folHlink"/>
                </a:solidFill>
                <a:latin typeface="Verdana" panose="020B0604030504040204" pitchFamily="34" charset="0"/>
                <a:ea typeface="Gulim" panose="020B0600000101010101" pitchFamily="2" charset="-127"/>
              </a:rPr>
              <a:t>按同样的方法，新建环境变量和变量值。</a:t>
            </a:r>
            <a:endParaRPr lang="ko-KR" altLang="en-US" b="1">
              <a:solidFill>
                <a:schemeClr val="folHlink"/>
              </a:solidFill>
              <a:ea typeface="Gulim" panose="020B0600000101010101" pitchFamily="2" charset="-127"/>
            </a:endParaRPr>
          </a:p>
        </p:txBody>
      </p:sp>
      <p:sp>
        <p:nvSpPr>
          <p:cNvPr id="104466" name="AutoShape 9"/>
          <p:cNvSpPr/>
          <p:nvPr/>
        </p:nvSpPr>
        <p:spPr>
          <a:xfrm>
            <a:off x="2700338" y="4868863"/>
            <a:ext cx="463550" cy="463550"/>
          </a:xfrm>
          <a:prstGeom prst="roundRect">
            <a:avLst>
              <a:gd name="adj" fmla="val 16667"/>
            </a:avLst>
          </a:prstGeom>
          <a:solidFill>
            <a:schemeClr val="accent1"/>
          </a:solidFill>
          <a:ln>
            <a:noFill/>
            <a:miter lim="800000"/>
          </a:ln>
          <a:scene3d>
            <a:camera prst="legacyObliqueTopLeft">
              <a:rot lat="0" lon="0" rev="0"/>
            </a:camera>
            <a:lightRig rig="legacyFlat3" dir="t"/>
          </a:scene3d>
          <a:sp3d extrusionH="430200" prstMaterial="legacyMatte">
            <a:bevelT w="13500" h="13500" prst="angle"/>
            <a:bevelB w="13500" h="13500" prst="angle"/>
            <a:extrusionClr>
              <a:schemeClr val="accent1"/>
            </a:extrusionClr>
            <a:contourClr>
              <a:srgbClr val="33CCCC"/>
            </a:contourClr>
          </a:sp3d>
        </p:spPr>
        <p:txBody>
          <a:bodyPr anchor="ctr" anchorCtr="0">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a:spcBef>
                <a:spcPct val="0"/>
              </a:spcBef>
              <a:buClrTx/>
              <a:buSzTx/>
              <a:buFontTx/>
              <a:buNone/>
            </a:pPr>
            <a:r>
              <a:rPr lang="en-US" altLang="zh-CN" sz="2200">
                <a:solidFill>
                  <a:schemeClr val="tx1"/>
                </a:solidFill>
                <a:latin typeface="Verdana" panose="020B0604030504040204" pitchFamily="34" charset="0"/>
                <a:ea typeface="Gulim" panose="020B0600000101010101" pitchFamily="2" charset="-127"/>
              </a:rPr>
              <a:t>5</a:t>
            </a:r>
            <a:endParaRPr lang="en-US" altLang="zh-CN" sz="2200">
              <a:solidFill>
                <a:schemeClr val="tx1"/>
              </a:solidFill>
              <a:latin typeface="Verdana" panose="020B0604030504040204" pitchFamily="34" charset="0"/>
              <a:ea typeface="Gulim" panose="020B0600000101010101" pitchFamily="2" charset="-127"/>
            </a:endParaRPr>
          </a:p>
        </p:txBody>
      </p:sp>
      <p:sp>
        <p:nvSpPr>
          <p:cNvPr id="104467" name="AutoShape 9"/>
          <p:cNvSpPr/>
          <p:nvPr/>
        </p:nvSpPr>
        <p:spPr>
          <a:xfrm>
            <a:off x="2698750" y="3071813"/>
            <a:ext cx="463550" cy="463550"/>
          </a:xfrm>
          <a:prstGeom prst="roundRect">
            <a:avLst>
              <a:gd name="adj" fmla="val 16667"/>
            </a:avLst>
          </a:prstGeom>
          <a:solidFill>
            <a:schemeClr val="accent1"/>
          </a:solidFill>
          <a:ln>
            <a:noFill/>
            <a:miter lim="800000"/>
          </a:ln>
          <a:scene3d>
            <a:camera prst="legacyObliqueTopLeft">
              <a:rot lat="0" lon="0" rev="0"/>
            </a:camera>
            <a:lightRig rig="legacyFlat3" dir="t"/>
          </a:scene3d>
          <a:sp3d extrusionH="430200" prstMaterial="legacyMatte">
            <a:bevelT w="13500" h="13500" prst="angle"/>
            <a:bevelB w="13500" h="13500" prst="angle"/>
            <a:extrusionClr>
              <a:schemeClr val="accent1"/>
            </a:extrusionClr>
            <a:contourClr>
              <a:srgbClr val="33CCCC"/>
            </a:contourClr>
          </a:sp3d>
        </p:spPr>
        <p:txBody>
          <a:bodyPr anchor="ctr" anchorCtr="0">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a:spcBef>
                <a:spcPct val="0"/>
              </a:spcBef>
              <a:buClrTx/>
              <a:buSzTx/>
              <a:buFontTx/>
              <a:buNone/>
            </a:pPr>
            <a:r>
              <a:rPr lang="ko-KR" altLang="en-US" sz="2200">
                <a:solidFill>
                  <a:schemeClr val="tx1"/>
                </a:solidFill>
                <a:latin typeface="Verdana" panose="020B0604030504040204" pitchFamily="34" charset="0"/>
                <a:ea typeface="Gulim" panose="020B0600000101010101" pitchFamily="2" charset="-127"/>
              </a:rPr>
              <a:t>3</a:t>
            </a:r>
            <a:endParaRPr lang="ko-KR" altLang="en-US" sz="2200">
              <a:solidFill>
                <a:schemeClr val="tx1"/>
              </a:solidFill>
              <a:latin typeface="Verdana" panose="020B0604030504040204" pitchFamily="34" charset="0"/>
              <a:ea typeface="Gulim" panose="020B0600000101010101" pitchFamily="2" charset="-127"/>
            </a:endParaRPr>
          </a:p>
        </p:txBody>
      </p:sp>
      <p:sp>
        <p:nvSpPr>
          <p:cNvPr id="104468" name="Rectangle 2"/>
          <p:cNvSpPr/>
          <p:nvPr/>
        </p:nvSpPr>
        <p:spPr>
          <a:xfrm>
            <a:off x="3276600" y="2852738"/>
            <a:ext cx="5688013" cy="1008062"/>
          </a:xfrm>
          <a:prstGeom prst="rect">
            <a:avLst/>
          </a:prstGeom>
          <a:noFill/>
          <a:ln w="19050">
            <a:solidFill>
              <a:srgbClr val="009999"/>
            </a:solid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en-US" altLang="zh-CN" sz="2800">
                <a:solidFill>
                  <a:schemeClr val="folHlink"/>
                </a:solidFill>
                <a:latin typeface="Verdana" panose="020B0604030504040204" pitchFamily="34" charset="0"/>
                <a:ea typeface="Gulim" panose="020B0600000101010101" pitchFamily="2" charset="-127"/>
              </a:rPr>
              <a:t> </a:t>
            </a:r>
            <a:r>
              <a:rPr lang="ko-KR" altLang="en-US" b="1">
                <a:solidFill>
                  <a:schemeClr val="folHlink"/>
                </a:solidFill>
                <a:ea typeface="Gulim" panose="020B0600000101010101" pitchFamily="2" charset="-127"/>
              </a:rPr>
              <a:t>在“环境变量”对话框中，单击“系统变量”中的</a:t>
            </a:r>
            <a:endParaRPr lang="ko-KR" altLang="en-US" b="1">
              <a:solidFill>
                <a:schemeClr val="folHlink"/>
              </a:solidFill>
              <a:ea typeface="Gulim" panose="020B0600000101010101" pitchFamily="2" charset="-127"/>
            </a:endParaRPr>
          </a:p>
          <a:p>
            <a:pPr marL="0" lvl="0" indent="0">
              <a:spcBef>
                <a:spcPct val="0"/>
              </a:spcBef>
              <a:buClrTx/>
              <a:buSzTx/>
              <a:buFontTx/>
              <a:buNone/>
            </a:pPr>
            <a:r>
              <a:rPr lang="ko-KR" altLang="en-US" b="1">
                <a:solidFill>
                  <a:schemeClr val="folHlink"/>
                </a:solidFill>
                <a:ea typeface="Gulim" panose="020B0600000101010101" pitchFamily="2" charset="-127"/>
              </a:rPr>
              <a:t>“新建”按钮，在弹出的“新建系统变量”对话框中，</a:t>
            </a:r>
            <a:endParaRPr lang="ko-KR" altLang="en-US" b="1">
              <a:solidFill>
                <a:schemeClr val="folHlink"/>
              </a:solidFill>
              <a:ea typeface="Gulim" panose="020B0600000101010101" pitchFamily="2" charset="-127"/>
            </a:endParaRPr>
          </a:p>
          <a:p>
            <a:pPr marL="0" lvl="0" indent="0">
              <a:spcBef>
                <a:spcPct val="0"/>
              </a:spcBef>
              <a:buClrTx/>
              <a:buSzTx/>
              <a:buFontTx/>
              <a:buNone/>
            </a:pPr>
            <a:r>
              <a:rPr lang="ko-KR" altLang="en-US" b="1">
                <a:solidFill>
                  <a:schemeClr val="folHlink"/>
                </a:solidFill>
                <a:ea typeface="Gulim" panose="020B0600000101010101" pitchFamily="2" charset="-127"/>
              </a:rPr>
              <a:t>输入变量名</a:t>
            </a:r>
            <a:r>
              <a:rPr lang="zh-CN" altLang="en-US" b="1">
                <a:solidFill>
                  <a:schemeClr val="folHlink"/>
                </a:solidFill>
                <a:ea typeface="Gulim" panose="020B0600000101010101" pitchFamily="2" charset="-127"/>
              </a:rPr>
              <a:t>和</a:t>
            </a:r>
            <a:r>
              <a:rPr lang="ko-KR" altLang="en-US" b="1">
                <a:solidFill>
                  <a:schemeClr val="folHlink"/>
                </a:solidFill>
                <a:ea typeface="Gulim" panose="020B0600000101010101" pitchFamily="2" charset="-127"/>
              </a:rPr>
              <a:t>变量值。</a:t>
            </a:r>
            <a:endParaRPr lang="ko-KR" altLang="en-US" b="1">
              <a:solidFill>
                <a:schemeClr val="folHlink"/>
              </a:solidFill>
              <a:ea typeface="Gulim" panose="020B0600000101010101" pitchFamily="2" charset="-127"/>
            </a:endParaRPr>
          </a:p>
        </p:txBody>
      </p:sp>
      <p:sp>
        <p:nvSpPr>
          <p:cNvPr id="104469" name="Text Box 42"/>
          <p:cNvSpPr/>
          <p:nvPr/>
        </p:nvSpPr>
        <p:spPr>
          <a:xfrm>
            <a:off x="3348038" y="4724400"/>
            <a:ext cx="5795962" cy="1109663"/>
          </a:xfrm>
          <a:prstGeom prst="rect">
            <a:avLst/>
          </a:prstGeom>
          <a:noFill/>
          <a:ln>
            <a:noFill/>
            <a:miter lim="800000"/>
          </a:ln>
          <a:effectLst>
            <a:prstShdw prst="shdw13" dist="53882" dir="13500000">
              <a:schemeClr val="bg2">
                <a:alpha val="50000"/>
              </a:schemeClr>
            </a:prstShdw>
          </a:effectLst>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342900" lvl="0" indent="-342900" eaLnBrk="1" hangingPunct="1">
              <a:lnSpc>
                <a:spcPct val="90000"/>
              </a:lnSpc>
              <a:buClr>
                <a:srgbClr val="339966"/>
              </a:buClr>
              <a:buSzTx/>
              <a:buNone/>
            </a:pPr>
            <a:r>
              <a:rPr lang="zh-CN" altLang="en-US" sz="1800" b="1">
                <a:solidFill>
                  <a:schemeClr val="folHlink"/>
                </a:solidFill>
              </a:rPr>
              <a:t>在“系统变量”选项组中选择</a:t>
            </a:r>
            <a:r>
              <a:rPr lang="en-US" altLang="zh-CN" sz="1800" b="1">
                <a:solidFill>
                  <a:schemeClr val="folHlink"/>
                </a:solidFill>
              </a:rPr>
              <a:t>Path</a:t>
            </a:r>
            <a:r>
              <a:rPr lang="zh-CN" altLang="en-US" sz="1800" b="1">
                <a:solidFill>
                  <a:schemeClr val="folHlink"/>
                </a:solidFill>
              </a:rPr>
              <a:t>选项，并单击其下方的“编辑”按钮，弹出“编辑系统变量”对话框，在当前变量值的基础上，增加“</a:t>
            </a:r>
            <a:r>
              <a:rPr lang="en-US" altLang="zh-CN" sz="1800" b="1">
                <a:solidFill>
                  <a:schemeClr val="folHlink"/>
                </a:solidFill>
              </a:rPr>
              <a:t>%JAVA_HOME%\bin”</a:t>
            </a:r>
            <a:r>
              <a:rPr lang="zh-CN" altLang="en-US" sz="1800" b="1">
                <a:solidFill>
                  <a:schemeClr val="folHlink"/>
                </a:solidFill>
              </a:rPr>
              <a:t>，并用分号隔开。单击”确定“按钮。</a:t>
            </a:r>
            <a:r>
              <a:rPr lang="zh-CN" altLang="en-US">
                <a:solidFill>
                  <a:schemeClr val="tx1"/>
                </a:solidFill>
                <a:latin typeface="Courier New" panose="02070309020205020404" pitchFamily="49" charset="0"/>
              </a:rPr>
              <a:t> </a:t>
            </a:r>
            <a:endParaRPr lang="zh-CN" altLang="en-US">
              <a:solidFill>
                <a:schemeClr val="tx1"/>
              </a:solidFill>
              <a:latin typeface="Courier New" panose="02070309020205020404" pitchFamily="49"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04458"/>
                                        </p:tgtEl>
                                        <p:attrNameLst>
                                          <p:attrName>style.visibility</p:attrName>
                                        </p:attrNameLst>
                                      </p:cBhvr>
                                      <p:to>
                                        <p:strVal val="visible"/>
                                      </p:to>
                                    </p:set>
                                    <p:animEffect transition="in" filter="blinds(horizontal)">
                                      <p:cBhvr>
                                        <p:cTn id="7" dur="500" fill="hold"/>
                                        <p:tgtEl>
                                          <p:spTgt spid="104458"/>
                                        </p:tgtEl>
                                      </p:cBhvr>
                                    </p:animEffect>
                                  </p:childTnLst>
                                </p:cTn>
                              </p:par>
                              <p:par>
                                <p:cTn id="8" presetID="3" presetClass="entr" presetSubtype="10" fill="hold" nodeType="withEffect">
                                  <p:stCondLst>
                                    <p:cond delay="0"/>
                                  </p:stCondLst>
                                  <p:childTnLst>
                                    <p:set>
                                      <p:cBhvr>
                                        <p:cTn id="9" dur="1" fill="hold">
                                          <p:stCondLst>
                                            <p:cond delay="0"/>
                                          </p:stCondLst>
                                        </p:cTn>
                                        <p:tgtEl>
                                          <p:spTgt spid="104459"/>
                                        </p:tgtEl>
                                        <p:attrNameLst>
                                          <p:attrName>style.visibility</p:attrName>
                                        </p:attrNameLst>
                                      </p:cBhvr>
                                      <p:to>
                                        <p:strVal val="visible"/>
                                      </p:to>
                                    </p:set>
                                    <p:animEffect transition="in" filter="blinds(horizontal)">
                                      <p:cBhvr>
                                        <p:cTn id="10" dur="500" fill="hold"/>
                                        <p:tgtEl>
                                          <p:spTgt spid="104459"/>
                                        </p:tgtEl>
                                      </p:cBhvr>
                                    </p:animEffect>
                                  </p:childTnLst>
                                </p:cTn>
                              </p:par>
                            </p:childTnLst>
                          </p:cTn>
                        </p:par>
                      </p:childTnLst>
                    </p:cTn>
                  </p:par>
                  <p:par>
                    <p:cTn id="11" fill="hold">
                      <p:stCondLst>
                        <p:cond delay="indefinite"/>
                      </p:stCondLst>
                      <p:childTnLst>
                        <p:par>
                          <p:cTn id="12" fill="hold">
                            <p:stCondLst>
                              <p:cond delay="0"/>
                            </p:stCondLst>
                            <p:childTnLst>
                              <p:par>
                                <p:cTn id="13" presetID="13" presetClass="entr" presetSubtype="16" fill="hold" nodeType="clickEffect">
                                  <p:stCondLst>
                                    <p:cond delay="0"/>
                                  </p:stCondLst>
                                  <p:childTnLst>
                                    <p:set>
                                      <p:cBhvr>
                                        <p:cTn id="14" dur="1" fill="hold">
                                          <p:stCondLst>
                                            <p:cond delay="0"/>
                                          </p:stCondLst>
                                        </p:cTn>
                                        <p:tgtEl>
                                          <p:spTgt spid="104460"/>
                                        </p:tgtEl>
                                        <p:attrNameLst>
                                          <p:attrName>style.visibility</p:attrName>
                                        </p:attrNameLst>
                                      </p:cBhvr>
                                      <p:to>
                                        <p:strVal val="visible"/>
                                      </p:to>
                                    </p:set>
                                    <p:animEffect transition="in" filter="plus(in)">
                                      <p:cBhvr>
                                        <p:cTn id="15" dur="2000" fill="hold"/>
                                        <p:tgtEl>
                                          <p:spTgt spid="104460"/>
                                        </p:tgtEl>
                                      </p:cBhvr>
                                    </p:animEffect>
                                  </p:childTnLst>
                                </p:cTn>
                              </p:par>
                              <p:par>
                                <p:cTn id="16" presetID="13" presetClass="entr" presetSubtype="16" fill="hold" nodeType="withEffect">
                                  <p:stCondLst>
                                    <p:cond delay="0"/>
                                  </p:stCondLst>
                                  <p:childTnLst>
                                    <p:set>
                                      <p:cBhvr>
                                        <p:cTn id="17" dur="1" fill="hold">
                                          <p:stCondLst>
                                            <p:cond delay="0"/>
                                          </p:stCondLst>
                                        </p:cTn>
                                        <p:tgtEl>
                                          <p:spTgt spid="104461"/>
                                        </p:tgtEl>
                                        <p:attrNameLst>
                                          <p:attrName>style.visibility</p:attrName>
                                        </p:attrNameLst>
                                      </p:cBhvr>
                                      <p:to>
                                        <p:strVal val="visible"/>
                                      </p:to>
                                    </p:set>
                                    <p:animEffect transition="in" filter="plus(in)">
                                      <p:cBhvr>
                                        <p:cTn id="18" dur="2000" fill="hold"/>
                                        <p:tgtEl>
                                          <p:spTgt spid="104461"/>
                                        </p:tgtEl>
                                      </p:cBhvr>
                                    </p:animEffect>
                                  </p:childTnLst>
                                </p:cTn>
                              </p:par>
                            </p:childTnLst>
                          </p:cTn>
                        </p:par>
                      </p:childTnLst>
                    </p:cTn>
                  </p:par>
                  <p:par>
                    <p:cTn id="19" fill="hold">
                      <p:stCondLst>
                        <p:cond delay="indefinite"/>
                      </p:stCondLst>
                      <p:childTnLst>
                        <p:par>
                          <p:cTn id="20" fill="hold">
                            <p:stCondLst>
                              <p:cond delay="0"/>
                            </p:stCondLst>
                            <p:childTnLst>
                              <p:par>
                                <p:cTn id="21" presetID="24" presetClass="entr" presetSubtype="0" fill="hold" nodeType="clickEffect">
                                  <p:stCondLst>
                                    <p:cond delay="0"/>
                                  </p:stCondLst>
                                  <p:childTnLst>
                                    <p:set>
                                      <p:cBhvr>
                                        <p:cTn id="22" dur="1" fill="hold">
                                          <p:stCondLst>
                                            <p:cond delay="0"/>
                                          </p:stCondLst>
                                        </p:cTn>
                                        <p:tgtEl>
                                          <p:spTgt spid="104467"/>
                                        </p:tgtEl>
                                        <p:attrNameLst>
                                          <p:attrName>style.visibility</p:attrName>
                                        </p:attrNameLst>
                                      </p:cBhvr>
                                      <p:to>
                                        <p:strVal val="visible"/>
                                      </p:to>
                                    </p:set>
                                    <p:anim calcmode="lin" valueType="num">
                                      <p:cBhvr>
                                        <p:cTn id="23" dur="1" fill="hold"/>
                                        <p:tgtEl>
                                          <p:spTgt spid="104467"/>
                                        </p:tgtEl>
                                      </p:cBhvr>
                                    </p:anim>
                                  </p:childTnLst>
                                </p:cTn>
                              </p:par>
                              <p:par>
                                <p:cTn id="24" presetID="24" presetClass="entr" presetSubtype="0" fill="hold" nodeType="withEffect">
                                  <p:stCondLst>
                                    <p:cond delay="0"/>
                                  </p:stCondLst>
                                  <p:childTnLst>
                                    <p:set>
                                      <p:cBhvr>
                                        <p:cTn id="25" dur="1" fill="hold">
                                          <p:stCondLst>
                                            <p:cond delay="0"/>
                                          </p:stCondLst>
                                        </p:cTn>
                                        <p:tgtEl>
                                          <p:spTgt spid="104468"/>
                                        </p:tgtEl>
                                        <p:attrNameLst>
                                          <p:attrName>style.visibility</p:attrName>
                                        </p:attrNameLst>
                                      </p:cBhvr>
                                      <p:to>
                                        <p:strVal val="visible"/>
                                      </p:to>
                                    </p:set>
                                    <p:anim calcmode="lin" valueType="num">
                                      <p:cBhvr>
                                        <p:cTn id="26" dur="1" fill="hold"/>
                                        <p:tgtEl>
                                          <p:spTgt spid="104468"/>
                                        </p:tgtEl>
                                      </p:cBhvr>
                                    </p:anim>
                                  </p:childTnLst>
                                </p:cTn>
                              </p:par>
                            </p:childTnLst>
                          </p:cTn>
                        </p:par>
                      </p:childTnLst>
                    </p:cTn>
                  </p:par>
                  <p:par>
                    <p:cTn id="27" fill="hold">
                      <p:stCondLst>
                        <p:cond delay="indefinite"/>
                      </p:stCondLst>
                      <p:childTnLst>
                        <p:par>
                          <p:cTn id="28" fill="hold">
                            <p:stCondLst>
                              <p:cond delay="0"/>
                            </p:stCondLst>
                            <p:childTnLst>
                              <p:par>
                                <p:cTn id="29" presetID="24" presetClass="entr" presetSubtype="0" fill="hold" nodeType="clickEffect">
                                  <p:stCondLst>
                                    <p:cond delay="0"/>
                                  </p:stCondLst>
                                  <p:childTnLst>
                                    <p:set>
                                      <p:cBhvr>
                                        <p:cTn id="30" dur="1" fill="hold">
                                          <p:stCondLst>
                                            <p:cond delay="0"/>
                                          </p:stCondLst>
                                        </p:cTn>
                                        <p:tgtEl>
                                          <p:spTgt spid="104464"/>
                                        </p:tgtEl>
                                        <p:attrNameLst>
                                          <p:attrName>style.visibility</p:attrName>
                                        </p:attrNameLst>
                                      </p:cBhvr>
                                      <p:to>
                                        <p:strVal val="visible"/>
                                      </p:to>
                                    </p:set>
                                    <p:anim calcmode="lin" valueType="num">
                                      <p:cBhvr>
                                        <p:cTn id="31" dur="1" fill="hold"/>
                                        <p:tgtEl>
                                          <p:spTgt spid="104464"/>
                                        </p:tgtEl>
                                      </p:cBhvr>
                                    </p:anim>
                                  </p:childTnLst>
                                </p:cTn>
                              </p:par>
                              <p:par>
                                <p:cTn id="32" presetID="24" presetClass="entr" presetSubtype="0" fill="hold" nodeType="withEffect">
                                  <p:stCondLst>
                                    <p:cond delay="0"/>
                                  </p:stCondLst>
                                  <p:childTnLst>
                                    <p:set>
                                      <p:cBhvr>
                                        <p:cTn id="33" dur="1" fill="hold">
                                          <p:stCondLst>
                                            <p:cond delay="0"/>
                                          </p:stCondLst>
                                        </p:cTn>
                                        <p:tgtEl>
                                          <p:spTgt spid="104465"/>
                                        </p:tgtEl>
                                        <p:attrNameLst>
                                          <p:attrName>style.visibility</p:attrName>
                                        </p:attrNameLst>
                                      </p:cBhvr>
                                      <p:to>
                                        <p:strVal val="visible"/>
                                      </p:to>
                                    </p:set>
                                    <p:anim calcmode="lin" valueType="num">
                                      <p:cBhvr>
                                        <p:cTn id="34" dur="1" fill="hold"/>
                                        <p:tgtEl>
                                          <p:spTgt spid="104465"/>
                                        </p:tgtEl>
                                      </p:cBhvr>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104462"/>
                                        </p:tgtEl>
                                        <p:attrNameLst>
                                          <p:attrName>style.visibility</p:attrName>
                                        </p:attrNameLst>
                                      </p:cBhvr>
                                      <p:to>
                                        <p:strVal val="visible"/>
                                      </p:to>
                                    </p:set>
                                    <p:animEffect transition="in" filter="fade">
                                      <p:cBhvr>
                                        <p:cTn id="39" dur="1000" fill="hold"/>
                                        <p:tgtEl>
                                          <p:spTgt spid="104462"/>
                                        </p:tgtEl>
                                      </p:cBhvr>
                                    </p:animEffect>
                                    <p:anim calcmode="lin" valueType="num">
                                      <p:cBhvr>
                                        <p:cTn id="40" dur="1000" fill="hold"/>
                                        <p:tgtEl>
                                          <p:spTgt spid="104462"/>
                                        </p:tgtEl>
                                        <p:attrNameLst>
                                          <p:attrName>ppt_x</p:attrName>
                                        </p:attrNameLst>
                                      </p:cBhvr>
                                      <p:tavLst>
                                        <p:tav tm="0">
                                          <p:val>
                                            <p:strVal val="#ppt_x"/>
                                          </p:val>
                                        </p:tav>
                                        <p:tav tm="100000">
                                          <p:val>
                                            <p:strVal val="#ppt_x"/>
                                          </p:val>
                                        </p:tav>
                                      </p:tavLst>
                                    </p:anim>
                                    <p:anim calcmode="lin" valueType="num">
                                      <p:cBhvr>
                                        <p:cTn id="41" dur="1000" fill="hold"/>
                                        <p:tgtEl>
                                          <p:spTgt spid="104462"/>
                                        </p:tgtEl>
                                        <p:attrNameLst>
                                          <p:attrName>ppt_y</p:attrName>
                                        </p:attrNameLst>
                                      </p:cBhvr>
                                      <p:tavLst>
                                        <p:tav tm="0">
                                          <p:val>
                                            <p:strVal val="#ppt_y+.1"/>
                                          </p:val>
                                        </p:tav>
                                        <p:tav tm="100000">
                                          <p:val>
                                            <p:strVal val="#ppt_y"/>
                                          </p:val>
                                        </p:tav>
                                      </p:tavLst>
                                    </p:anim>
                                  </p:childTnLst>
                                </p:cTn>
                              </p:par>
                              <p:par>
                                <p:cTn id="42" presetID="42" presetClass="entr" presetSubtype="0" fill="hold" nodeType="withEffect">
                                  <p:stCondLst>
                                    <p:cond delay="0"/>
                                  </p:stCondLst>
                                  <p:childTnLst>
                                    <p:set>
                                      <p:cBhvr>
                                        <p:cTn id="43" dur="1" fill="hold">
                                          <p:stCondLst>
                                            <p:cond delay="0"/>
                                          </p:stCondLst>
                                        </p:cTn>
                                        <p:tgtEl>
                                          <p:spTgt spid="104463"/>
                                        </p:tgtEl>
                                        <p:attrNameLst>
                                          <p:attrName>style.visibility</p:attrName>
                                        </p:attrNameLst>
                                      </p:cBhvr>
                                      <p:to>
                                        <p:strVal val="visible"/>
                                      </p:to>
                                    </p:set>
                                    <p:animEffect transition="in" filter="fade">
                                      <p:cBhvr>
                                        <p:cTn id="44" dur="1000" fill="hold"/>
                                        <p:tgtEl>
                                          <p:spTgt spid="104463"/>
                                        </p:tgtEl>
                                      </p:cBhvr>
                                    </p:animEffect>
                                    <p:anim calcmode="lin" valueType="num">
                                      <p:cBhvr>
                                        <p:cTn id="45" dur="1000" fill="hold"/>
                                        <p:tgtEl>
                                          <p:spTgt spid="104463"/>
                                        </p:tgtEl>
                                        <p:attrNameLst>
                                          <p:attrName>ppt_x</p:attrName>
                                        </p:attrNameLst>
                                      </p:cBhvr>
                                      <p:tavLst>
                                        <p:tav tm="0">
                                          <p:val>
                                            <p:strVal val="#ppt_x"/>
                                          </p:val>
                                        </p:tav>
                                        <p:tav tm="100000">
                                          <p:val>
                                            <p:strVal val="#ppt_x"/>
                                          </p:val>
                                        </p:tav>
                                      </p:tavLst>
                                    </p:anim>
                                    <p:anim calcmode="lin" valueType="num">
                                      <p:cBhvr>
                                        <p:cTn id="46" dur="1000" fill="hold"/>
                                        <p:tgtEl>
                                          <p:spTgt spid="104463"/>
                                        </p:tgtEl>
                                        <p:attrNameLst>
                                          <p:attrName>ppt_y</p:attrName>
                                        </p:attrNameLst>
                                      </p:cBhvr>
                                      <p:tavLst>
                                        <p:tav tm="0">
                                          <p:val>
                                            <p:strVal val="#ppt_y+.1"/>
                                          </p:val>
                                        </p:tav>
                                        <p:tav tm="100000">
                                          <p:val>
                                            <p:strVal val="#ppt_y"/>
                                          </p:val>
                                        </p:tav>
                                      </p:tavLst>
                                    </p:anim>
                                  </p:childTnLst>
                                </p:cTn>
                              </p:par>
                              <p:par>
                                <p:cTn id="47" presetID="42" presetClass="entr" presetSubtype="0" fill="hold" nodeType="withEffect">
                                  <p:stCondLst>
                                    <p:cond delay="0"/>
                                  </p:stCondLst>
                                  <p:childTnLst>
                                    <p:set>
                                      <p:cBhvr>
                                        <p:cTn id="48" dur="1" fill="hold">
                                          <p:stCondLst>
                                            <p:cond delay="0"/>
                                          </p:stCondLst>
                                        </p:cTn>
                                        <p:tgtEl>
                                          <p:spTgt spid="104466"/>
                                        </p:tgtEl>
                                        <p:attrNameLst>
                                          <p:attrName>style.visibility</p:attrName>
                                        </p:attrNameLst>
                                      </p:cBhvr>
                                      <p:to>
                                        <p:strVal val="visible"/>
                                      </p:to>
                                    </p:set>
                                    <p:animEffect transition="in" filter="fade">
                                      <p:cBhvr>
                                        <p:cTn id="49" dur="1000" fill="hold"/>
                                        <p:tgtEl>
                                          <p:spTgt spid="104466"/>
                                        </p:tgtEl>
                                      </p:cBhvr>
                                    </p:animEffect>
                                    <p:anim calcmode="lin" valueType="num">
                                      <p:cBhvr>
                                        <p:cTn id="50" dur="1000" fill="hold"/>
                                        <p:tgtEl>
                                          <p:spTgt spid="104466"/>
                                        </p:tgtEl>
                                        <p:attrNameLst>
                                          <p:attrName>ppt_x</p:attrName>
                                        </p:attrNameLst>
                                      </p:cBhvr>
                                      <p:tavLst>
                                        <p:tav tm="0">
                                          <p:val>
                                            <p:strVal val="#ppt_x"/>
                                          </p:val>
                                        </p:tav>
                                        <p:tav tm="100000">
                                          <p:val>
                                            <p:strVal val="#ppt_x"/>
                                          </p:val>
                                        </p:tav>
                                      </p:tavLst>
                                    </p:anim>
                                    <p:anim calcmode="lin" valueType="num">
                                      <p:cBhvr>
                                        <p:cTn id="51" dur="1000" fill="hold"/>
                                        <p:tgtEl>
                                          <p:spTgt spid="104466"/>
                                        </p:tgtEl>
                                        <p:attrNameLst>
                                          <p:attrName>ppt_y</p:attrName>
                                        </p:attrNameLst>
                                      </p:cBhvr>
                                      <p:tavLst>
                                        <p:tav tm="0">
                                          <p:val>
                                            <p:strVal val="#ppt_y+.1"/>
                                          </p:val>
                                        </p:tav>
                                        <p:tav tm="100000">
                                          <p:val>
                                            <p:strVal val="#ppt_y"/>
                                          </p:val>
                                        </p:tav>
                                      </p:tavLst>
                                    </p:anim>
                                  </p:childTnLst>
                                </p:cTn>
                              </p:par>
                              <p:par>
                                <p:cTn id="52" presetID="42" presetClass="entr" presetSubtype="0" fill="hold" nodeType="withEffect">
                                  <p:stCondLst>
                                    <p:cond delay="0"/>
                                  </p:stCondLst>
                                  <p:childTnLst>
                                    <p:set>
                                      <p:cBhvr>
                                        <p:cTn id="53" dur="1" fill="hold">
                                          <p:stCondLst>
                                            <p:cond delay="0"/>
                                          </p:stCondLst>
                                        </p:cTn>
                                        <p:tgtEl>
                                          <p:spTgt spid="104469"/>
                                        </p:tgtEl>
                                        <p:attrNameLst>
                                          <p:attrName>style.visibility</p:attrName>
                                        </p:attrNameLst>
                                      </p:cBhvr>
                                      <p:to>
                                        <p:strVal val="visible"/>
                                      </p:to>
                                    </p:set>
                                    <p:animEffect transition="in" filter="fade">
                                      <p:cBhvr>
                                        <p:cTn id="54" dur="1000" fill="hold"/>
                                        <p:tgtEl>
                                          <p:spTgt spid="104469"/>
                                        </p:tgtEl>
                                      </p:cBhvr>
                                    </p:animEffect>
                                    <p:anim calcmode="lin" valueType="num">
                                      <p:cBhvr>
                                        <p:cTn id="55" dur="1000" fill="hold"/>
                                        <p:tgtEl>
                                          <p:spTgt spid="104469"/>
                                        </p:tgtEl>
                                        <p:attrNameLst>
                                          <p:attrName>ppt_x</p:attrName>
                                        </p:attrNameLst>
                                      </p:cBhvr>
                                      <p:tavLst>
                                        <p:tav tm="0">
                                          <p:val>
                                            <p:strVal val="#ppt_x"/>
                                          </p:val>
                                        </p:tav>
                                        <p:tav tm="100000">
                                          <p:val>
                                            <p:strVal val="#ppt_x"/>
                                          </p:val>
                                        </p:tav>
                                      </p:tavLst>
                                    </p:anim>
                                    <p:anim calcmode="lin" valueType="num">
                                      <p:cBhvr>
                                        <p:cTn id="56" dur="1000" fill="hold"/>
                                        <p:tgtEl>
                                          <p:spTgt spid="10446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3600" b="1" spc="0">
                <a:effectLst>
                  <a:outerShdw blurRad="38100" dist="38100" dir="2700000" algn="tl">
                    <a:schemeClr val="bg2"/>
                  </a:outerShdw>
                </a:effectLst>
              </a:rPr>
              <a:t>1.2.3  Java Application</a:t>
            </a:r>
            <a:r>
              <a:rPr lang="zh-CN" altLang="en-US" sz="3600" b="1" spc="0">
                <a:effectLst>
                  <a:outerShdw blurRad="38100" dist="38100" dir="2700000" algn="tl">
                    <a:schemeClr val="bg2"/>
                  </a:outerShdw>
                </a:effectLst>
              </a:rPr>
              <a:t>开发流程</a:t>
            </a:r>
            <a:endParaRPr lang="en-US" altLang="zh-CN" sz="3600" b="1">
              <a:effectLst>
                <a:outerShdw blurRad="38100" dist="38100" dir="2700000" algn="tl">
                  <a:schemeClr val="bg2"/>
                </a:outerShdw>
              </a:effectLst>
            </a:endParaRPr>
          </a:p>
        </p:txBody>
      </p:sp>
      <p:pic>
        <p:nvPicPr>
          <p:cNvPr id="105475" name="Picture 2"/>
          <p:cNvPicPr>
            <a:picLocks noChangeAspect="1"/>
          </p:cNvPicPr>
          <p:nvPr/>
        </p:nvPicPr>
        <p:blipFill>
          <a:blip r:embed="rId1"/>
          <a:stretch>
            <a:fillRect/>
          </a:stretch>
        </p:blipFill>
        <p:spPr>
          <a:xfrm>
            <a:off x="971550" y="3789363"/>
            <a:ext cx="7459663" cy="863600"/>
          </a:xfrm>
          <a:prstGeom prst="rect">
            <a:avLst/>
          </a:prstGeom>
          <a:noFill/>
          <a:ln>
            <a:noFill/>
            <a:miter lim="800000"/>
            <a:headEnd/>
            <a:tailEnd/>
          </a:ln>
        </p:spPr>
      </p:pic>
      <p:sp>
        <p:nvSpPr>
          <p:cNvPr id="105476" name="AutoShape 45"/>
          <p:cNvSpPr/>
          <p:nvPr/>
        </p:nvSpPr>
        <p:spPr>
          <a:xfrm>
            <a:off x="431800" y="1466850"/>
            <a:ext cx="6572250" cy="1076325"/>
          </a:xfrm>
          <a:prstGeom prst="roundRect">
            <a:avLst>
              <a:gd name="adj" fmla="val 16667"/>
            </a:avLst>
          </a:prstGeom>
          <a:solidFill>
            <a:srgbClr val="FFFFFF">
              <a:alpha val="50195"/>
            </a:srgbClr>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5477" name="AutoShape 45"/>
          <p:cNvSpPr/>
          <p:nvPr/>
        </p:nvSpPr>
        <p:spPr>
          <a:xfrm>
            <a:off x="1035050" y="1722438"/>
            <a:ext cx="6572250" cy="1076325"/>
          </a:xfrm>
          <a:prstGeom prst="roundRect">
            <a:avLst>
              <a:gd name="adj" fmla="val 16667"/>
            </a:avLst>
          </a:prstGeom>
          <a:solidFill>
            <a:srgbClr val="FFFFFF">
              <a:alpha val="50195"/>
            </a:srgbClr>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5478" name="AutoShape 47"/>
          <p:cNvSpPr/>
          <p:nvPr/>
        </p:nvSpPr>
        <p:spPr>
          <a:xfrm>
            <a:off x="925513" y="1811338"/>
            <a:ext cx="7462837" cy="1403350"/>
          </a:xfrm>
          <a:prstGeom prst="roundRect">
            <a:avLst>
              <a:gd name="adj" fmla="val 16667"/>
            </a:avLst>
          </a:prstGeom>
          <a:solidFill>
            <a:schemeClr val="accent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05479" name="Group 7"/>
          <p:cNvGrpSpPr/>
          <p:nvPr/>
        </p:nvGrpSpPr>
        <p:grpSpPr>
          <a:xfrm>
            <a:off x="919163" y="1608138"/>
            <a:ext cx="3319462" cy="401637"/>
            <a:chOff x="0" y="0"/>
            <a:chExt cx="4058" cy="480"/>
          </a:xfrm>
        </p:grpSpPr>
        <p:sp>
          <p:nvSpPr>
            <p:cNvPr id="105482" name="AutoShape 59"/>
            <p:cNvSpPr/>
            <p:nvPr/>
          </p:nvSpPr>
          <p:spPr>
            <a:xfrm>
              <a:off x="0" y="0"/>
              <a:ext cx="4058" cy="480"/>
            </a:xfrm>
            <a:prstGeom prst="roundRect">
              <a:avLst>
                <a:gd name="adj" fmla="val 17509"/>
              </a:avLst>
            </a:prstGeom>
            <a:gradFill rotWithShape="1">
              <a:gsLst>
                <a:gs pos="0">
                  <a:schemeClr val="accent1"/>
                </a:gs>
                <a:gs pos="50000">
                  <a:srgbClr val="2FBCBC"/>
                </a:gs>
                <a:gs pos="100000">
                  <a:schemeClr val="accent1"/>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marR="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05483" name="Group 9"/>
            <p:cNvGrpSpPr/>
            <p:nvPr/>
          </p:nvGrpSpPr>
          <p:grpSpPr>
            <a:xfrm>
              <a:off x="10" y="15"/>
              <a:ext cx="4043" cy="444"/>
              <a:chOff x="0" y="0"/>
              <a:chExt cx="3988" cy="444"/>
            </a:xfrm>
          </p:grpSpPr>
          <p:sp>
            <p:nvSpPr>
              <p:cNvPr id="105484" name="AutoShape 61"/>
              <p:cNvSpPr/>
              <p:nvPr/>
            </p:nvSpPr>
            <p:spPr>
              <a:xfrm>
                <a:off x="0" y="328"/>
                <a:ext cx="3986" cy="116"/>
              </a:xfrm>
              <a:prstGeom prst="roundRect">
                <a:avLst>
                  <a:gd name="adj" fmla="val 50000"/>
                </a:avLst>
              </a:prstGeom>
              <a:gradFill rotWithShape="1">
                <a:gsLst>
                  <a:gs pos="0">
                    <a:schemeClr val="accent1">
                      <a:alpha val="0"/>
                    </a:schemeClr>
                  </a:gs>
                  <a:gs pos="100000">
                    <a:srgbClr val="D6F5F5"/>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5485" name="AutoShape 62"/>
              <p:cNvSpPr/>
              <p:nvPr/>
            </p:nvSpPr>
            <p:spPr>
              <a:xfrm>
                <a:off x="0" y="0"/>
                <a:ext cx="3986" cy="116"/>
              </a:xfrm>
              <a:prstGeom prst="roundRect">
                <a:avLst>
                  <a:gd name="adj" fmla="val 50000"/>
                </a:avLst>
              </a:prstGeom>
              <a:gradFill rotWithShape="1">
                <a:gsLst>
                  <a:gs pos="0">
                    <a:srgbClr val="D1F4F4"/>
                  </a:gs>
                  <a:gs pos="100000">
                    <a:schemeClr val="accent1">
                      <a:alpha val="0"/>
                    </a:schemeClr>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sp>
        <p:nvSpPr>
          <p:cNvPr id="105480" name="Rectangle 63"/>
          <p:cNvSpPr/>
          <p:nvPr/>
        </p:nvSpPr>
        <p:spPr>
          <a:xfrm>
            <a:off x="854075" y="1630363"/>
            <a:ext cx="3338513" cy="396875"/>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50000"/>
              </a:spcBef>
              <a:buClr>
                <a:srgbClr val="1F3F5F"/>
              </a:buClr>
              <a:buSzTx/>
              <a:buFontTx/>
              <a:buNone/>
            </a:pPr>
            <a:r>
              <a:rPr lang="en-US" altLang="zh-CN" sz="1600" b="1">
                <a:solidFill>
                  <a:srgbClr val="FFFFFF"/>
                </a:solidFill>
                <a:latin typeface="Arial" panose="020B0604020202020204" pitchFamily="34" charset="0"/>
                <a:ea typeface="宋体" panose="02010600030101010101" pitchFamily="2" charset="-122"/>
              </a:rPr>
              <a:t>  </a:t>
            </a:r>
            <a:r>
              <a:rPr lang="en-US" altLang="zh-CN" b="1">
                <a:solidFill>
                  <a:srgbClr val="FFFFFF"/>
                </a:solidFill>
                <a:latin typeface="Arial" panose="020B0604020202020204" pitchFamily="34" charset="0"/>
                <a:ea typeface="宋体" panose="02010600030101010101" pitchFamily="2" charset="-122"/>
              </a:rPr>
              <a:t>Java Application</a:t>
            </a:r>
            <a:r>
              <a:rPr lang="zh-CN" altLang="en-US" b="1">
                <a:solidFill>
                  <a:srgbClr val="FFFFFF"/>
                </a:solidFill>
                <a:latin typeface="Arial" panose="020B0604020202020204" pitchFamily="34" charset="0"/>
                <a:ea typeface="宋体" panose="02010600030101010101" pitchFamily="2" charset="-122"/>
              </a:rPr>
              <a:t>开发流程</a:t>
            </a:r>
            <a:endParaRPr lang="zh-CN" altLang="en-US" b="1">
              <a:solidFill>
                <a:srgbClr val="FFFFFF"/>
              </a:solidFill>
              <a:latin typeface="Arial" panose="020B0604020202020204" pitchFamily="34" charset="0"/>
              <a:ea typeface="宋体" panose="02010600030101010101" pitchFamily="2" charset="-122"/>
            </a:endParaRPr>
          </a:p>
        </p:txBody>
      </p:sp>
      <p:sp>
        <p:nvSpPr>
          <p:cNvPr id="105481" name="Rectangle 66"/>
          <p:cNvSpPr/>
          <p:nvPr/>
        </p:nvSpPr>
        <p:spPr>
          <a:xfrm>
            <a:off x="1116013" y="1990725"/>
            <a:ext cx="7131050" cy="1096963"/>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nSpc>
                <a:spcPct val="110000"/>
              </a:lnSpc>
              <a:spcBef>
                <a:spcPct val="0"/>
              </a:spcBef>
              <a:buClrTx/>
              <a:buSzTx/>
              <a:buFontTx/>
              <a:buNone/>
            </a:pPr>
            <a:r>
              <a:rPr lang="zh-CN" altLang="en-US" b="1">
                <a:solidFill>
                  <a:schemeClr val="tx1"/>
                </a:solidFill>
                <a:latin typeface="Arial" panose="020B0604020202020204" pitchFamily="34" charset="0"/>
                <a:ea typeface="宋体" panose="02010600030101010101" pitchFamily="2" charset="-122"/>
              </a:rPr>
              <a:t>     首先编辑编写源程序，并保存为“.java”文件；然后编译源程序得到字节码文件，即“.class”文件；最后通过Java解释器解释执行字节码文件。</a:t>
            </a:r>
            <a:endParaRPr lang="en-US" altLang="zh-CN" b="1">
              <a:solidFill>
                <a:schemeClr val="tx1"/>
              </a:solidFill>
              <a:latin typeface="Arial" panose="020B0604020202020204" pitchFamily="34" charset="0"/>
              <a:ea typeface="宋体" panose="02010600030101010101"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0"/>
                                          </p:stCondLst>
                                        </p:cTn>
                                        <p:tgtEl>
                                          <p:spTgt spid="105475"/>
                                        </p:tgtEl>
                                        <p:attrNameLst>
                                          <p:attrName>style.visibility</p:attrName>
                                        </p:attrNameLst>
                                      </p:cBhvr>
                                      <p:to>
                                        <p:strVal val="visible"/>
                                      </p:to>
                                    </p:set>
                                    <p:anim calcmode="lin" valueType="num">
                                      <p:cBhvr>
                                        <p:cTn id="7" dur="1" fill="hold"/>
                                        <p:tgtEl>
                                          <p:spTgt spid="105475"/>
                                        </p:tgtEl>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3600" b="1" spc="0">
                <a:effectLst>
                  <a:outerShdw blurRad="38100" dist="38100" dir="2700000" algn="tl">
                    <a:schemeClr val="bg2"/>
                  </a:outerShdw>
                </a:effectLst>
              </a:rPr>
              <a:t>1.2.3  Java Application</a:t>
            </a:r>
            <a:r>
              <a:rPr lang="zh-CN" altLang="en-US" sz="3600" b="1" spc="0">
                <a:effectLst>
                  <a:outerShdw blurRad="38100" dist="38100" dir="2700000" algn="tl">
                    <a:schemeClr val="bg2"/>
                  </a:outerShdw>
                </a:effectLst>
              </a:rPr>
              <a:t>开发流程</a:t>
            </a:r>
            <a:endParaRPr lang="en-US" altLang="zh-CN" sz="3600" b="1">
              <a:effectLst>
                <a:outerShdw blurRad="38100" dist="38100" dir="2700000" algn="tl">
                  <a:schemeClr val="bg2"/>
                </a:outerShdw>
              </a:effectLst>
            </a:endParaRPr>
          </a:p>
        </p:txBody>
      </p:sp>
      <p:sp>
        <p:nvSpPr>
          <p:cNvPr id="106499" name="Rectangle 26"/>
          <p:cNvSpPr/>
          <p:nvPr/>
        </p:nvSpPr>
        <p:spPr>
          <a:xfrm>
            <a:off x="3203575" y="2419350"/>
            <a:ext cx="5394325" cy="1047750"/>
          </a:xfrm>
          <a:prstGeom prst="rect">
            <a:avLst/>
          </a:prstGeom>
          <a:no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ko-KR" altLang="en-US" sz="1600">
              <a:solidFill>
                <a:srgbClr val="003366"/>
              </a:solidFill>
              <a:latin typeface="HY견고딕" pitchFamily="2" charset="-127"/>
              <a:ea typeface="HY견고딕" pitchFamily="2" charset="-127"/>
            </a:endParaRPr>
          </a:p>
        </p:txBody>
      </p:sp>
      <p:sp>
        <p:nvSpPr>
          <p:cNvPr id="106500" name="AutoShape 3"/>
          <p:cNvSpPr/>
          <p:nvPr/>
        </p:nvSpPr>
        <p:spPr>
          <a:xfrm>
            <a:off x="539750" y="1341438"/>
            <a:ext cx="2743200" cy="4419600"/>
          </a:xfrm>
          <a:prstGeom prst="rightArrow">
            <a:avLst>
              <a:gd name="adj1" fmla="val 62787"/>
              <a:gd name="adj2" fmla="val 41259"/>
            </a:avLst>
          </a:prstGeom>
          <a:gradFill rotWithShape="1">
            <a:gsLst>
              <a:gs pos="0">
                <a:srgbClr val="FFFFFF">
                  <a:alpha val="0"/>
                </a:srgbClr>
              </a:gs>
              <a:gs pos="100000">
                <a:schemeClr val="bg2">
                  <a:alpha val="50000"/>
                </a:schemeClr>
              </a:gs>
            </a:gsLst>
            <a:lin ang="0" scaled="1"/>
          </a:gradFill>
          <a:ln w="19050" cap="rnd">
            <a:solidFill>
              <a:schemeClr val="bg2"/>
            </a:solidFill>
            <a:prstDash val="sysDot"/>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6501" name="Text Box 4"/>
          <p:cNvSpPr/>
          <p:nvPr/>
        </p:nvSpPr>
        <p:spPr>
          <a:xfrm>
            <a:off x="684213" y="2997200"/>
            <a:ext cx="2209800" cy="82232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120650" lvl="0" indent="-120650">
              <a:spcBef>
                <a:spcPct val="0"/>
              </a:spcBef>
              <a:buClrTx/>
              <a:buSzTx/>
              <a:buNone/>
            </a:pPr>
            <a:r>
              <a:rPr lang="en-US" altLang="zh-CN" sz="1400" b="1">
                <a:solidFill>
                  <a:schemeClr val="tx1"/>
                </a:solidFill>
                <a:latin typeface="Arial" panose="020B0604020202020204" pitchFamily="34" charset="0"/>
                <a:ea typeface="宋体" panose="02010600030101010101" pitchFamily="2" charset="-122"/>
              </a:rPr>
              <a:t> </a:t>
            </a:r>
            <a:r>
              <a:rPr lang="en-US" altLang="zh-CN" sz="2400" b="1">
                <a:solidFill>
                  <a:srgbClr val="669900"/>
                </a:solidFill>
                <a:latin typeface="Courier New" panose="02070309020205020404" pitchFamily="49" charset="0"/>
              </a:rPr>
              <a:t>Java</a:t>
            </a:r>
            <a:r>
              <a:rPr lang="zh-CN" altLang="en-US" sz="2400" b="1">
                <a:solidFill>
                  <a:srgbClr val="669900"/>
                </a:solidFill>
                <a:latin typeface="Courier New" panose="02070309020205020404" pitchFamily="49" charset="0"/>
              </a:rPr>
              <a:t>程序编写的基本规范</a:t>
            </a:r>
            <a:endParaRPr lang="en-US" altLang="zh-CN" sz="2400" b="1">
              <a:solidFill>
                <a:srgbClr val="669900"/>
              </a:solidFill>
              <a:latin typeface="Courier New" panose="02070309020205020404" pitchFamily="49" charset="0"/>
            </a:endParaRPr>
          </a:p>
        </p:txBody>
      </p:sp>
      <p:sp>
        <p:nvSpPr>
          <p:cNvPr id="106502" name="AutoShape 5"/>
          <p:cNvSpPr/>
          <p:nvPr/>
        </p:nvSpPr>
        <p:spPr>
          <a:xfrm>
            <a:off x="3435350" y="1417638"/>
            <a:ext cx="5105400" cy="4191000"/>
          </a:xfrm>
          <a:prstGeom prst="roundRect">
            <a:avLst>
              <a:gd name="adj" fmla="val 3481"/>
            </a:avLst>
          </a:prstGeom>
          <a:noFill/>
          <a:ln w="19050" cap="rnd">
            <a:solidFill>
              <a:schemeClr val="bg2"/>
            </a:solidFill>
            <a:prstDash val="sysDot"/>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06503" name="Group 7"/>
          <p:cNvGrpSpPr/>
          <p:nvPr/>
        </p:nvGrpSpPr>
        <p:grpSpPr>
          <a:xfrm>
            <a:off x="3511550" y="1570038"/>
            <a:ext cx="4924425" cy="1228725"/>
            <a:chOff x="0" y="0"/>
            <a:chExt cx="3102" cy="774"/>
          </a:xfrm>
        </p:grpSpPr>
        <p:sp>
          <p:nvSpPr>
            <p:cNvPr id="106513" name="AutoShape 7"/>
            <p:cNvSpPr/>
            <p:nvPr/>
          </p:nvSpPr>
          <p:spPr>
            <a:xfrm>
              <a:off x="30" y="0"/>
              <a:ext cx="3072" cy="774"/>
            </a:xfrm>
            <a:prstGeom prst="roundRect">
              <a:avLst>
                <a:gd name="adj" fmla="val 10889"/>
              </a:avLst>
            </a:prstGeom>
            <a:gradFill rotWithShape="1">
              <a:gsLst>
                <a:gs pos="0">
                  <a:schemeClr val="accent1"/>
                </a:gs>
                <a:gs pos="100000">
                  <a:srgbClr val="D4F4F4"/>
                </a:gs>
              </a:gsLst>
              <a:lin ang="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6514" name="AutoShape 8"/>
            <p:cNvSpPr/>
            <p:nvPr/>
          </p:nvSpPr>
          <p:spPr>
            <a:xfrm>
              <a:off x="0" y="288"/>
              <a:ext cx="336" cy="240"/>
            </a:xfrm>
            <a:prstGeom prst="rightArrow">
              <a:avLst>
                <a:gd name="adj1" fmla="val 50000"/>
                <a:gd name="adj2" fmla="val 58333"/>
              </a:avLst>
            </a:prstGeom>
            <a:solidFill>
              <a:schemeClr val="bg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nvGrpSpPr>
          <p:cNvPr id="106504" name="Group 10"/>
          <p:cNvGrpSpPr/>
          <p:nvPr/>
        </p:nvGrpSpPr>
        <p:grpSpPr>
          <a:xfrm>
            <a:off x="3511550" y="2932113"/>
            <a:ext cx="4924425" cy="1228725"/>
            <a:chOff x="0" y="0"/>
            <a:chExt cx="3102" cy="774"/>
          </a:xfrm>
        </p:grpSpPr>
        <p:sp>
          <p:nvSpPr>
            <p:cNvPr id="106511" name="AutoShape 10"/>
            <p:cNvSpPr/>
            <p:nvPr/>
          </p:nvSpPr>
          <p:spPr>
            <a:xfrm>
              <a:off x="30" y="0"/>
              <a:ext cx="3072" cy="774"/>
            </a:xfrm>
            <a:prstGeom prst="roundRect">
              <a:avLst>
                <a:gd name="adj" fmla="val 10889"/>
              </a:avLst>
            </a:prstGeom>
            <a:gradFill rotWithShape="1">
              <a:gsLst>
                <a:gs pos="0">
                  <a:schemeClr val="hlink"/>
                </a:gs>
                <a:gs pos="100000">
                  <a:srgbClr val="C9D4DF"/>
                </a:gs>
              </a:gsLst>
              <a:lin ang="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6512" name="AutoShape 11"/>
            <p:cNvSpPr/>
            <p:nvPr/>
          </p:nvSpPr>
          <p:spPr>
            <a:xfrm>
              <a:off x="0" y="294"/>
              <a:ext cx="336" cy="240"/>
            </a:xfrm>
            <a:prstGeom prst="rightArrow">
              <a:avLst>
                <a:gd name="adj1" fmla="val 50000"/>
                <a:gd name="adj2" fmla="val 58333"/>
              </a:avLst>
            </a:prstGeom>
            <a:solidFill>
              <a:schemeClr val="bg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nvGrpSpPr>
          <p:cNvPr id="106505" name="Group 13"/>
          <p:cNvGrpSpPr/>
          <p:nvPr/>
        </p:nvGrpSpPr>
        <p:grpSpPr>
          <a:xfrm>
            <a:off x="3511550" y="4237038"/>
            <a:ext cx="4924425" cy="1228725"/>
            <a:chOff x="0" y="0"/>
            <a:chExt cx="3102" cy="774"/>
          </a:xfrm>
        </p:grpSpPr>
        <p:sp>
          <p:nvSpPr>
            <p:cNvPr id="106509" name="AutoShape 13"/>
            <p:cNvSpPr/>
            <p:nvPr/>
          </p:nvSpPr>
          <p:spPr>
            <a:xfrm>
              <a:off x="30" y="0"/>
              <a:ext cx="3072" cy="774"/>
            </a:xfrm>
            <a:prstGeom prst="roundRect">
              <a:avLst>
                <a:gd name="adj" fmla="val 10889"/>
              </a:avLst>
            </a:prstGeom>
            <a:gradFill rotWithShape="1">
              <a:gsLst>
                <a:gs pos="0">
                  <a:schemeClr val="accent2"/>
                </a:gs>
                <a:gs pos="100000">
                  <a:srgbClr val="E9F4E9"/>
                </a:gs>
              </a:gsLst>
              <a:lin ang="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6510" name="AutoShape 14"/>
            <p:cNvSpPr/>
            <p:nvPr/>
          </p:nvSpPr>
          <p:spPr>
            <a:xfrm>
              <a:off x="0" y="288"/>
              <a:ext cx="336" cy="240"/>
            </a:xfrm>
            <a:prstGeom prst="rightArrow">
              <a:avLst>
                <a:gd name="adj1" fmla="val 50000"/>
                <a:gd name="adj2" fmla="val 58333"/>
              </a:avLst>
            </a:prstGeom>
            <a:solidFill>
              <a:schemeClr val="bg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06506" name="Text Box 15"/>
          <p:cNvSpPr/>
          <p:nvPr/>
        </p:nvSpPr>
        <p:spPr>
          <a:xfrm>
            <a:off x="4211638" y="4508500"/>
            <a:ext cx="4032250" cy="7016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b="1">
                <a:latin typeface="Arial" panose="020B0604020202020204" pitchFamily="34" charset="0"/>
                <a:ea typeface="宋体" panose="02010600030101010101" pitchFamily="2" charset="-122"/>
              </a:rPr>
              <a:t>大括号“</a:t>
            </a:r>
            <a:r>
              <a:rPr lang="en-US" altLang="zh-CN" b="1">
                <a:latin typeface="Arial" panose="020B0604020202020204" pitchFamily="34" charset="0"/>
                <a:ea typeface="宋体" panose="02010600030101010101" pitchFamily="2" charset="-122"/>
              </a:rPr>
              <a:t>{ }”</a:t>
            </a:r>
            <a:r>
              <a:rPr lang="zh-CN" altLang="en-US" b="1">
                <a:latin typeface="Arial" panose="020B0604020202020204" pitchFamily="34" charset="0"/>
                <a:ea typeface="宋体" panose="02010600030101010101" pitchFamily="2" charset="-122"/>
              </a:rPr>
              <a:t>用于构成一个语句块，总是成对出现的。</a:t>
            </a:r>
            <a:endParaRPr lang="en-US" altLang="zh-CN" b="1">
              <a:latin typeface="Arial" panose="020B0604020202020204" pitchFamily="34" charset="0"/>
              <a:ea typeface="宋体" panose="02010600030101010101" pitchFamily="2" charset="-122"/>
            </a:endParaRPr>
          </a:p>
        </p:txBody>
      </p:sp>
      <p:sp>
        <p:nvSpPr>
          <p:cNvPr id="106507" name="Text Box 16"/>
          <p:cNvSpPr/>
          <p:nvPr/>
        </p:nvSpPr>
        <p:spPr>
          <a:xfrm>
            <a:off x="4211638" y="3357563"/>
            <a:ext cx="4032250" cy="3968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b="1">
                <a:latin typeface="Arial" panose="020B0604020202020204" pitchFamily="34" charset="0"/>
                <a:ea typeface="宋体" panose="02010600030101010101" pitchFamily="2" charset="-122"/>
              </a:rPr>
              <a:t>一条</a:t>
            </a:r>
            <a:r>
              <a:rPr lang="en-US" altLang="zh-CN" b="1">
                <a:latin typeface="Arial" panose="020B0604020202020204" pitchFamily="34" charset="0"/>
                <a:ea typeface="宋体" panose="02010600030101010101" pitchFamily="2" charset="-122"/>
              </a:rPr>
              <a:t>Java</a:t>
            </a:r>
            <a:r>
              <a:rPr lang="zh-CN" altLang="en-US" b="1">
                <a:latin typeface="Arial" panose="020B0604020202020204" pitchFamily="34" charset="0"/>
                <a:ea typeface="宋体" panose="02010600030101010101" pitchFamily="2" charset="-122"/>
              </a:rPr>
              <a:t>语句必须以分号结束。</a:t>
            </a:r>
            <a:endParaRPr lang="en-US" altLang="zh-CN" b="1">
              <a:latin typeface="Arial" panose="020B0604020202020204" pitchFamily="34" charset="0"/>
              <a:ea typeface="宋体" panose="02010600030101010101" pitchFamily="2" charset="-122"/>
            </a:endParaRPr>
          </a:p>
        </p:txBody>
      </p:sp>
      <p:sp>
        <p:nvSpPr>
          <p:cNvPr id="106508" name="Text Box 17"/>
          <p:cNvSpPr/>
          <p:nvPr/>
        </p:nvSpPr>
        <p:spPr>
          <a:xfrm>
            <a:off x="4211638" y="1773238"/>
            <a:ext cx="4191000" cy="7016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en-US" altLang="zh-CN" b="1">
                <a:latin typeface="Arial" panose="020B0604020202020204" pitchFamily="34" charset="0"/>
                <a:ea typeface="宋体" panose="02010600030101010101" pitchFamily="2" charset="-122"/>
              </a:rPr>
              <a:t>Java</a:t>
            </a:r>
            <a:r>
              <a:rPr lang="zh-CN" altLang="en-US" b="1">
                <a:latin typeface="Arial" panose="020B0604020202020204" pitchFamily="34" charset="0"/>
                <a:ea typeface="宋体" panose="02010600030101010101" pitchFamily="2" charset="-122"/>
              </a:rPr>
              <a:t>语言严格区分字母的大小写，如</a:t>
            </a:r>
            <a:r>
              <a:rPr lang="en-US" altLang="zh-CN" b="1">
                <a:latin typeface="Arial" panose="020B0604020202020204" pitchFamily="34" charset="0"/>
                <a:ea typeface="宋体" panose="02010600030101010101" pitchFamily="2" charset="-122"/>
              </a:rPr>
              <a:t>Hello</a:t>
            </a:r>
            <a:r>
              <a:rPr lang="zh-CN" altLang="en-US" b="1">
                <a:latin typeface="Arial" panose="020B0604020202020204" pitchFamily="34" charset="0"/>
                <a:ea typeface="宋体" panose="02010600030101010101" pitchFamily="2" charset="-122"/>
              </a:rPr>
              <a:t>和</a:t>
            </a:r>
            <a:r>
              <a:rPr lang="en-US" altLang="zh-CN" b="1">
                <a:latin typeface="Arial" panose="020B0604020202020204" pitchFamily="34" charset="0"/>
                <a:ea typeface="宋体" panose="02010600030101010101" pitchFamily="2" charset="-122"/>
              </a:rPr>
              <a:t>hello</a:t>
            </a:r>
            <a:r>
              <a:rPr lang="zh-CN" altLang="en-US" b="1">
                <a:latin typeface="Arial" panose="020B0604020202020204" pitchFamily="34" charset="0"/>
                <a:ea typeface="宋体" panose="02010600030101010101" pitchFamily="2" charset="-122"/>
              </a:rPr>
              <a:t>是不同的。</a:t>
            </a:r>
            <a:endParaRPr lang="en-US" altLang="zh-CN" b="1">
              <a:latin typeface="Arial" panose="020B0604020202020204" pitchFamily="34" charset="0"/>
              <a:ea typeface="宋体" panose="02010600030101010101"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0"/>
                                          </p:stCondLst>
                                        </p:cTn>
                                        <p:tgtEl>
                                          <p:spTgt spid="106499"/>
                                        </p:tgtEl>
                                        <p:attrNameLst>
                                          <p:attrName>style.visibility</p:attrName>
                                        </p:attrNameLst>
                                      </p:cBhvr>
                                      <p:to>
                                        <p:strVal val="visible"/>
                                      </p:to>
                                    </p:set>
                                    <p:anim calcmode="lin" valueType="num">
                                      <p:cBhvr>
                                        <p:cTn id="7" dur="1" fill="hold"/>
                                        <p:tgtEl>
                                          <p:spTgt spid="106499"/>
                                        </p:tgtEl>
                                      </p:cBhvr>
                                    </p:anim>
                                  </p:childTnLst>
                                </p:cTn>
                              </p:par>
                              <p:par>
                                <p:cTn id="8" presetID="24" presetClass="entr" presetSubtype="0" fill="hold" nodeType="withEffect">
                                  <p:stCondLst>
                                    <p:cond delay="0"/>
                                  </p:stCondLst>
                                  <p:childTnLst>
                                    <p:set>
                                      <p:cBhvr>
                                        <p:cTn id="9" dur="1" fill="hold">
                                          <p:stCondLst>
                                            <p:cond delay="0"/>
                                          </p:stCondLst>
                                        </p:cTn>
                                        <p:tgtEl>
                                          <p:spTgt spid="106502"/>
                                        </p:tgtEl>
                                        <p:attrNameLst>
                                          <p:attrName>style.visibility</p:attrName>
                                        </p:attrNameLst>
                                      </p:cBhvr>
                                      <p:to>
                                        <p:strVal val="visible"/>
                                      </p:to>
                                    </p:set>
                                    <p:anim calcmode="lin" valueType="num">
                                      <p:cBhvr>
                                        <p:cTn id="10" dur="1" fill="hold"/>
                                        <p:tgtEl>
                                          <p:spTgt spid="106502"/>
                                        </p:tgtEl>
                                      </p:cBhvr>
                                    </p:anim>
                                  </p:childTnLst>
                                </p:cTn>
                              </p:par>
                              <p:par>
                                <p:cTn id="11" presetID="24" presetClass="entr" presetSubtype="0" fill="hold" nodeType="withEffect">
                                  <p:stCondLst>
                                    <p:cond delay="0"/>
                                  </p:stCondLst>
                                  <p:childTnLst>
                                    <p:set>
                                      <p:cBhvr>
                                        <p:cTn id="12" dur="1" fill="hold">
                                          <p:stCondLst>
                                            <p:cond delay="0"/>
                                          </p:stCondLst>
                                        </p:cTn>
                                        <p:tgtEl>
                                          <p:spTgt spid="106503"/>
                                        </p:tgtEl>
                                        <p:attrNameLst>
                                          <p:attrName>style.visibility</p:attrName>
                                        </p:attrNameLst>
                                      </p:cBhvr>
                                      <p:to>
                                        <p:strVal val="visible"/>
                                      </p:to>
                                    </p:set>
                                    <p:anim calcmode="lin" valueType="num">
                                      <p:cBhvr>
                                        <p:cTn id="13" dur="1" fill="hold"/>
                                        <p:tgtEl>
                                          <p:spTgt spid="106503"/>
                                        </p:tgtEl>
                                      </p:cBhvr>
                                    </p:anim>
                                  </p:childTnLst>
                                </p:cTn>
                              </p:par>
                              <p:par>
                                <p:cTn id="14" presetID="24" presetClass="entr" presetSubtype="0" fill="hold" nodeType="withEffect">
                                  <p:stCondLst>
                                    <p:cond delay="0"/>
                                  </p:stCondLst>
                                  <p:childTnLst>
                                    <p:set>
                                      <p:cBhvr>
                                        <p:cTn id="15" dur="1" fill="hold">
                                          <p:stCondLst>
                                            <p:cond delay="0"/>
                                          </p:stCondLst>
                                        </p:cTn>
                                        <p:tgtEl>
                                          <p:spTgt spid="106504"/>
                                        </p:tgtEl>
                                        <p:attrNameLst>
                                          <p:attrName>style.visibility</p:attrName>
                                        </p:attrNameLst>
                                      </p:cBhvr>
                                      <p:to>
                                        <p:strVal val="visible"/>
                                      </p:to>
                                    </p:set>
                                    <p:anim calcmode="lin" valueType="num">
                                      <p:cBhvr>
                                        <p:cTn id="16" dur="1" fill="hold"/>
                                        <p:tgtEl>
                                          <p:spTgt spid="106504"/>
                                        </p:tgtEl>
                                      </p:cBhvr>
                                    </p:anim>
                                  </p:childTnLst>
                                </p:cTn>
                              </p:par>
                              <p:par>
                                <p:cTn id="17" presetID="24" presetClass="entr" presetSubtype="0" fill="hold" nodeType="withEffect">
                                  <p:stCondLst>
                                    <p:cond delay="0"/>
                                  </p:stCondLst>
                                  <p:childTnLst>
                                    <p:set>
                                      <p:cBhvr>
                                        <p:cTn id="18" dur="1" fill="hold">
                                          <p:stCondLst>
                                            <p:cond delay="0"/>
                                          </p:stCondLst>
                                        </p:cTn>
                                        <p:tgtEl>
                                          <p:spTgt spid="106505"/>
                                        </p:tgtEl>
                                        <p:attrNameLst>
                                          <p:attrName>style.visibility</p:attrName>
                                        </p:attrNameLst>
                                      </p:cBhvr>
                                      <p:to>
                                        <p:strVal val="visible"/>
                                      </p:to>
                                    </p:set>
                                    <p:anim calcmode="lin" valueType="num">
                                      <p:cBhvr>
                                        <p:cTn id="19" dur="1" fill="hold"/>
                                        <p:tgtEl>
                                          <p:spTgt spid="106505"/>
                                        </p:tgtEl>
                                      </p:cBhvr>
                                    </p:anim>
                                  </p:childTnLst>
                                </p:cTn>
                              </p:par>
                              <p:par>
                                <p:cTn id="20" presetID="24" presetClass="entr" presetSubtype="0" fill="hold" nodeType="withEffect">
                                  <p:stCondLst>
                                    <p:cond delay="0"/>
                                  </p:stCondLst>
                                  <p:childTnLst>
                                    <p:set>
                                      <p:cBhvr>
                                        <p:cTn id="21" dur="1" fill="hold">
                                          <p:stCondLst>
                                            <p:cond delay="0"/>
                                          </p:stCondLst>
                                        </p:cTn>
                                        <p:tgtEl>
                                          <p:spTgt spid="106506"/>
                                        </p:tgtEl>
                                        <p:attrNameLst>
                                          <p:attrName>style.visibility</p:attrName>
                                        </p:attrNameLst>
                                      </p:cBhvr>
                                      <p:to>
                                        <p:strVal val="visible"/>
                                      </p:to>
                                    </p:set>
                                    <p:anim calcmode="lin" valueType="num">
                                      <p:cBhvr>
                                        <p:cTn id="22" dur="1" fill="hold"/>
                                        <p:tgtEl>
                                          <p:spTgt spid="106506"/>
                                        </p:tgtEl>
                                      </p:cBhvr>
                                    </p:anim>
                                  </p:childTnLst>
                                </p:cTn>
                              </p:par>
                              <p:par>
                                <p:cTn id="23" presetID="24" presetClass="entr" presetSubtype="0" fill="hold" nodeType="withEffect">
                                  <p:stCondLst>
                                    <p:cond delay="0"/>
                                  </p:stCondLst>
                                  <p:childTnLst>
                                    <p:set>
                                      <p:cBhvr>
                                        <p:cTn id="24" dur="1" fill="hold">
                                          <p:stCondLst>
                                            <p:cond delay="0"/>
                                          </p:stCondLst>
                                        </p:cTn>
                                        <p:tgtEl>
                                          <p:spTgt spid="106507"/>
                                        </p:tgtEl>
                                        <p:attrNameLst>
                                          <p:attrName>style.visibility</p:attrName>
                                        </p:attrNameLst>
                                      </p:cBhvr>
                                      <p:to>
                                        <p:strVal val="visible"/>
                                      </p:to>
                                    </p:set>
                                    <p:anim calcmode="lin" valueType="num">
                                      <p:cBhvr>
                                        <p:cTn id="25" dur="1" fill="hold"/>
                                        <p:tgtEl>
                                          <p:spTgt spid="106507"/>
                                        </p:tgtEl>
                                      </p:cBhvr>
                                    </p:anim>
                                  </p:childTnLst>
                                </p:cTn>
                              </p:par>
                              <p:par>
                                <p:cTn id="26" presetID="24" presetClass="entr" presetSubtype="0" fill="hold" nodeType="withEffect">
                                  <p:stCondLst>
                                    <p:cond delay="0"/>
                                  </p:stCondLst>
                                  <p:childTnLst>
                                    <p:set>
                                      <p:cBhvr>
                                        <p:cTn id="27" dur="1" fill="hold">
                                          <p:stCondLst>
                                            <p:cond delay="0"/>
                                          </p:stCondLst>
                                        </p:cTn>
                                        <p:tgtEl>
                                          <p:spTgt spid="106508"/>
                                        </p:tgtEl>
                                        <p:attrNameLst>
                                          <p:attrName>style.visibility</p:attrName>
                                        </p:attrNameLst>
                                      </p:cBhvr>
                                      <p:to>
                                        <p:strVal val="visible"/>
                                      </p:to>
                                    </p:set>
                                    <p:anim calcmode="lin" valueType="num">
                                      <p:cBhvr>
                                        <p:cTn id="28" dur="1" fill="hold"/>
                                        <p:tgtEl>
                                          <p:spTgt spid="106508"/>
                                        </p:tgtEl>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3600" b="1" spc="0">
                <a:effectLst>
                  <a:outerShdw blurRad="38100" dist="38100" dir="2700000" algn="tl">
                    <a:schemeClr val="bg2"/>
                  </a:outerShdw>
                </a:effectLst>
              </a:rPr>
              <a:t>1.2.3  Java Application</a:t>
            </a:r>
            <a:r>
              <a:rPr lang="zh-CN" altLang="en-US" sz="3600" b="1" spc="0">
                <a:effectLst>
                  <a:outerShdw blurRad="38100" dist="38100" dir="2700000" algn="tl">
                    <a:schemeClr val="bg2"/>
                  </a:outerShdw>
                </a:effectLst>
              </a:rPr>
              <a:t>开发流程</a:t>
            </a:r>
            <a:endParaRPr lang="en-US" altLang="zh-CN" sz="3600" b="1">
              <a:effectLst>
                <a:outerShdw blurRad="38100" dist="38100" dir="2700000" algn="tl">
                  <a:schemeClr val="bg2"/>
                </a:outerShdw>
              </a:effectLst>
            </a:endParaRPr>
          </a:p>
        </p:txBody>
      </p:sp>
      <p:sp>
        <p:nvSpPr>
          <p:cNvPr id="107523" name="Rectangle 26"/>
          <p:cNvSpPr/>
          <p:nvPr/>
        </p:nvSpPr>
        <p:spPr>
          <a:xfrm>
            <a:off x="3203575" y="2419350"/>
            <a:ext cx="5394325" cy="1047750"/>
          </a:xfrm>
          <a:prstGeom prst="rect">
            <a:avLst/>
          </a:prstGeom>
          <a:no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ko-KR" altLang="en-US" sz="1600">
              <a:solidFill>
                <a:srgbClr val="003366"/>
              </a:solidFill>
              <a:latin typeface="HY견고딕" pitchFamily="2" charset="-127"/>
              <a:ea typeface="HY견고딕" pitchFamily="2" charset="-127"/>
            </a:endParaRPr>
          </a:p>
        </p:txBody>
      </p:sp>
      <p:sp>
        <p:nvSpPr>
          <p:cNvPr id="107524" name="AutoShape 3"/>
          <p:cNvSpPr/>
          <p:nvPr/>
        </p:nvSpPr>
        <p:spPr>
          <a:xfrm>
            <a:off x="539750" y="1341438"/>
            <a:ext cx="2743200" cy="4419600"/>
          </a:xfrm>
          <a:prstGeom prst="rightArrow">
            <a:avLst>
              <a:gd name="adj1" fmla="val 62787"/>
              <a:gd name="adj2" fmla="val 41259"/>
            </a:avLst>
          </a:prstGeom>
          <a:gradFill rotWithShape="1">
            <a:gsLst>
              <a:gs pos="0">
                <a:srgbClr val="FFFFFF">
                  <a:alpha val="0"/>
                </a:srgbClr>
              </a:gs>
              <a:gs pos="100000">
                <a:schemeClr val="bg2">
                  <a:alpha val="50000"/>
                </a:schemeClr>
              </a:gs>
            </a:gsLst>
            <a:lin ang="0" scaled="1"/>
          </a:gradFill>
          <a:ln w="19050" cap="rnd">
            <a:solidFill>
              <a:schemeClr val="bg2"/>
            </a:solidFill>
            <a:prstDash val="sysDot"/>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7525" name="Text Box 4"/>
          <p:cNvSpPr/>
          <p:nvPr/>
        </p:nvSpPr>
        <p:spPr>
          <a:xfrm>
            <a:off x="684213" y="2997200"/>
            <a:ext cx="2016125" cy="82232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120650" lvl="0" indent="-120650">
              <a:spcBef>
                <a:spcPct val="0"/>
              </a:spcBef>
              <a:buClrTx/>
              <a:buSzTx/>
              <a:buNone/>
            </a:pPr>
            <a:r>
              <a:rPr lang="en-US" altLang="zh-CN" sz="1400" b="1">
                <a:solidFill>
                  <a:schemeClr val="tx1"/>
                </a:solidFill>
                <a:latin typeface="Arial" panose="020B0604020202020204" pitchFamily="34" charset="0"/>
                <a:ea typeface="宋体" panose="02010600030101010101" pitchFamily="2" charset="-122"/>
              </a:rPr>
              <a:t> </a:t>
            </a:r>
            <a:r>
              <a:rPr lang="en-US" altLang="zh-CN" sz="2400" b="1">
                <a:solidFill>
                  <a:srgbClr val="669900"/>
                </a:solidFill>
                <a:latin typeface="Courier New" panose="02070309020205020404" pitchFamily="49" charset="0"/>
              </a:rPr>
              <a:t>Java</a:t>
            </a:r>
            <a:r>
              <a:rPr lang="zh-CN" altLang="en-US" sz="2400" b="1">
                <a:solidFill>
                  <a:srgbClr val="669900"/>
                </a:solidFill>
                <a:latin typeface="Courier New" panose="02070309020205020404" pitchFamily="49" charset="0"/>
              </a:rPr>
              <a:t>程序的注释</a:t>
            </a:r>
            <a:endParaRPr lang="en-US" altLang="zh-CN" sz="2400" b="1">
              <a:solidFill>
                <a:srgbClr val="669900"/>
              </a:solidFill>
              <a:latin typeface="Courier New" panose="02070309020205020404" pitchFamily="49" charset="0"/>
            </a:endParaRPr>
          </a:p>
        </p:txBody>
      </p:sp>
      <p:sp>
        <p:nvSpPr>
          <p:cNvPr id="107526" name="AutoShape 5"/>
          <p:cNvSpPr/>
          <p:nvPr/>
        </p:nvSpPr>
        <p:spPr>
          <a:xfrm>
            <a:off x="3435350" y="1417638"/>
            <a:ext cx="5105400" cy="4191000"/>
          </a:xfrm>
          <a:prstGeom prst="roundRect">
            <a:avLst>
              <a:gd name="adj" fmla="val 3481"/>
            </a:avLst>
          </a:prstGeom>
          <a:noFill/>
          <a:ln w="19050" cap="rnd">
            <a:solidFill>
              <a:schemeClr val="bg2"/>
            </a:solidFill>
            <a:prstDash val="sysDot"/>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07527" name="Group 7"/>
          <p:cNvGrpSpPr/>
          <p:nvPr/>
        </p:nvGrpSpPr>
        <p:grpSpPr>
          <a:xfrm>
            <a:off x="3511550" y="1570038"/>
            <a:ext cx="4924425" cy="1228725"/>
            <a:chOff x="0" y="0"/>
            <a:chExt cx="3102" cy="774"/>
          </a:xfrm>
        </p:grpSpPr>
        <p:sp>
          <p:nvSpPr>
            <p:cNvPr id="107537" name="AutoShape 7"/>
            <p:cNvSpPr/>
            <p:nvPr/>
          </p:nvSpPr>
          <p:spPr>
            <a:xfrm>
              <a:off x="30" y="0"/>
              <a:ext cx="3072" cy="774"/>
            </a:xfrm>
            <a:prstGeom prst="roundRect">
              <a:avLst>
                <a:gd name="adj" fmla="val 10889"/>
              </a:avLst>
            </a:prstGeom>
            <a:gradFill rotWithShape="1">
              <a:gsLst>
                <a:gs pos="0">
                  <a:schemeClr val="accent1"/>
                </a:gs>
                <a:gs pos="100000">
                  <a:srgbClr val="D4F4F4"/>
                </a:gs>
              </a:gsLst>
              <a:lin ang="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7538" name="AutoShape 8"/>
            <p:cNvSpPr/>
            <p:nvPr/>
          </p:nvSpPr>
          <p:spPr>
            <a:xfrm>
              <a:off x="0" y="288"/>
              <a:ext cx="336" cy="240"/>
            </a:xfrm>
            <a:prstGeom prst="rightArrow">
              <a:avLst>
                <a:gd name="adj1" fmla="val 50000"/>
                <a:gd name="adj2" fmla="val 58333"/>
              </a:avLst>
            </a:prstGeom>
            <a:solidFill>
              <a:schemeClr val="bg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nvGrpSpPr>
          <p:cNvPr id="107528" name="Group 10"/>
          <p:cNvGrpSpPr/>
          <p:nvPr/>
        </p:nvGrpSpPr>
        <p:grpSpPr>
          <a:xfrm>
            <a:off x="3511550" y="2932113"/>
            <a:ext cx="4924425" cy="1228725"/>
            <a:chOff x="0" y="0"/>
            <a:chExt cx="3102" cy="774"/>
          </a:xfrm>
        </p:grpSpPr>
        <p:sp>
          <p:nvSpPr>
            <p:cNvPr id="107535" name="AutoShape 10"/>
            <p:cNvSpPr/>
            <p:nvPr/>
          </p:nvSpPr>
          <p:spPr>
            <a:xfrm>
              <a:off x="30" y="0"/>
              <a:ext cx="3072" cy="774"/>
            </a:xfrm>
            <a:prstGeom prst="roundRect">
              <a:avLst>
                <a:gd name="adj" fmla="val 10889"/>
              </a:avLst>
            </a:prstGeom>
            <a:gradFill rotWithShape="1">
              <a:gsLst>
                <a:gs pos="0">
                  <a:schemeClr val="hlink"/>
                </a:gs>
                <a:gs pos="100000">
                  <a:srgbClr val="C9D4DF"/>
                </a:gs>
              </a:gsLst>
              <a:lin ang="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7536" name="AutoShape 11"/>
            <p:cNvSpPr/>
            <p:nvPr/>
          </p:nvSpPr>
          <p:spPr>
            <a:xfrm>
              <a:off x="0" y="294"/>
              <a:ext cx="336" cy="240"/>
            </a:xfrm>
            <a:prstGeom prst="rightArrow">
              <a:avLst>
                <a:gd name="adj1" fmla="val 50000"/>
                <a:gd name="adj2" fmla="val 58333"/>
              </a:avLst>
            </a:prstGeom>
            <a:solidFill>
              <a:schemeClr val="bg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grpSp>
        <p:nvGrpSpPr>
          <p:cNvPr id="107529" name="Group 13"/>
          <p:cNvGrpSpPr/>
          <p:nvPr/>
        </p:nvGrpSpPr>
        <p:grpSpPr>
          <a:xfrm>
            <a:off x="3511550" y="4237038"/>
            <a:ext cx="4924425" cy="1228725"/>
            <a:chOff x="0" y="0"/>
            <a:chExt cx="3102" cy="774"/>
          </a:xfrm>
        </p:grpSpPr>
        <p:sp>
          <p:nvSpPr>
            <p:cNvPr id="107533" name="AutoShape 13"/>
            <p:cNvSpPr/>
            <p:nvPr/>
          </p:nvSpPr>
          <p:spPr>
            <a:xfrm>
              <a:off x="30" y="0"/>
              <a:ext cx="3072" cy="774"/>
            </a:xfrm>
            <a:prstGeom prst="roundRect">
              <a:avLst>
                <a:gd name="adj" fmla="val 10889"/>
              </a:avLst>
            </a:prstGeom>
            <a:gradFill rotWithShape="1">
              <a:gsLst>
                <a:gs pos="0">
                  <a:schemeClr val="accent2"/>
                </a:gs>
                <a:gs pos="100000">
                  <a:srgbClr val="E9F4E9"/>
                </a:gs>
              </a:gsLst>
              <a:lin ang="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7534" name="AutoShape 14"/>
            <p:cNvSpPr/>
            <p:nvPr/>
          </p:nvSpPr>
          <p:spPr>
            <a:xfrm>
              <a:off x="0" y="288"/>
              <a:ext cx="336" cy="240"/>
            </a:xfrm>
            <a:prstGeom prst="rightArrow">
              <a:avLst>
                <a:gd name="adj1" fmla="val 50000"/>
                <a:gd name="adj2" fmla="val 58333"/>
              </a:avLst>
            </a:prstGeom>
            <a:solidFill>
              <a:schemeClr val="bg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07530" name="Text Box 15"/>
          <p:cNvSpPr/>
          <p:nvPr/>
        </p:nvSpPr>
        <p:spPr>
          <a:xfrm>
            <a:off x="4140200" y="4292600"/>
            <a:ext cx="4176713" cy="119062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sz="1800" b="1">
                <a:latin typeface="Arial" panose="020B0604020202020204" pitchFamily="34" charset="0"/>
                <a:ea typeface="宋体" panose="02010600030101010101" pitchFamily="2" charset="-122"/>
              </a:rPr>
              <a:t>文档注释。在“/**”和“*/”之间的内容都是文档注释。可以通过JDK提供的工具javadoc提取程序的文档注释，生成程序的HTML文档。</a:t>
            </a:r>
            <a:endParaRPr lang="en-US" altLang="zh-CN" sz="1800" b="1">
              <a:latin typeface="Arial" panose="020B0604020202020204" pitchFamily="34" charset="0"/>
              <a:ea typeface="宋体" panose="02010600030101010101" pitchFamily="2" charset="-122"/>
            </a:endParaRPr>
          </a:p>
        </p:txBody>
      </p:sp>
      <p:sp>
        <p:nvSpPr>
          <p:cNvPr id="107531" name="Text Box 16"/>
          <p:cNvSpPr/>
          <p:nvPr/>
        </p:nvSpPr>
        <p:spPr>
          <a:xfrm>
            <a:off x="4211638" y="2997200"/>
            <a:ext cx="4032250" cy="119062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sz="1800" b="1">
                <a:latin typeface="Arial" panose="020B0604020202020204" pitchFamily="34" charset="0"/>
                <a:ea typeface="宋体" panose="02010600030101010101" pitchFamily="2" charset="-122"/>
              </a:rPr>
              <a:t>块注释。在“/*”和“*/”之间的所有内容都是注释。如</a:t>
            </a:r>
            <a:endParaRPr lang="zh-CN" altLang="en-US" sz="1800" b="1">
              <a:latin typeface="Arial" panose="020B0604020202020204" pitchFamily="34" charset="0"/>
              <a:ea typeface="宋体" panose="02010600030101010101" pitchFamily="2" charset="-122"/>
            </a:endParaRPr>
          </a:p>
          <a:p>
            <a:pPr marL="0" lvl="0" indent="0">
              <a:spcBef>
                <a:spcPct val="0"/>
              </a:spcBef>
              <a:buClrTx/>
              <a:buSzTx/>
              <a:buFontTx/>
              <a:buNone/>
            </a:pPr>
            <a:r>
              <a:rPr lang="zh-CN" altLang="en-US" sz="1800" b="1">
                <a:latin typeface="Arial" panose="020B0604020202020204" pitchFamily="34" charset="0"/>
                <a:ea typeface="宋体" panose="02010600030101010101" pitchFamily="2" charset="-122"/>
              </a:rPr>
              <a:t>/*这是块注释</a:t>
            </a:r>
            <a:endParaRPr lang="zh-CN" altLang="en-US" sz="1800" b="1">
              <a:latin typeface="Arial" panose="020B0604020202020204" pitchFamily="34" charset="0"/>
              <a:ea typeface="宋体" panose="02010600030101010101" pitchFamily="2" charset="-122"/>
            </a:endParaRPr>
          </a:p>
          <a:p>
            <a:pPr marL="0" lvl="0" indent="0">
              <a:spcBef>
                <a:spcPct val="0"/>
              </a:spcBef>
              <a:buClrTx/>
              <a:buSzTx/>
              <a:buFontTx/>
              <a:buNone/>
            </a:pPr>
            <a:r>
              <a:rPr lang="zh-CN" altLang="en-US" sz="1800" b="1">
                <a:latin typeface="Arial" panose="020B0604020202020204" pitchFamily="34" charset="0"/>
                <a:ea typeface="宋体" panose="02010600030101010101" pitchFamily="2" charset="-122"/>
              </a:rPr>
              <a:t>它可以包含很多行内容 */</a:t>
            </a:r>
            <a:endParaRPr lang="zh-CN" altLang="en-US" sz="1800" b="1">
              <a:latin typeface="Arial" panose="020B0604020202020204" pitchFamily="34" charset="0"/>
              <a:ea typeface="宋体" panose="02010600030101010101" pitchFamily="2" charset="-122"/>
            </a:endParaRPr>
          </a:p>
        </p:txBody>
      </p:sp>
      <p:sp>
        <p:nvSpPr>
          <p:cNvPr id="107532" name="Text Box 17"/>
          <p:cNvSpPr/>
          <p:nvPr/>
        </p:nvSpPr>
        <p:spPr>
          <a:xfrm>
            <a:off x="4211638" y="1773238"/>
            <a:ext cx="4191000" cy="7016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spcBef>
                <a:spcPct val="0"/>
              </a:spcBef>
              <a:buClrTx/>
              <a:buSzTx/>
              <a:buFontTx/>
              <a:buNone/>
            </a:pPr>
            <a:r>
              <a:rPr lang="zh-CN" altLang="en-US" b="1">
                <a:latin typeface="Arial" panose="020B0604020202020204" pitchFamily="34" charset="0"/>
                <a:ea typeface="宋体" panose="02010600030101010101" pitchFamily="2" charset="-122"/>
              </a:rPr>
              <a:t>单行注释。以“</a:t>
            </a:r>
            <a:r>
              <a:rPr lang="en-US" altLang="zh-CN" b="1">
                <a:latin typeface="Arial" panose="020B0604020202020204" pitchFamily="34" charset="0"/>
                <a:ea typeface="宋体" panose="02010600030101010101" pitchFamily="2" charset="-122"/>
              </a:rPr>
              <a:t>//”</a:t>
            </a:r>
            <a:r>
              <a:rPr lang="zh-CN" altLang="en-US" b="1">
                <a:latin typeface="Arial" panose="020B0604020202020204" pitchFamily="34" charset="0"/>
                <a:ea typeface="宋体" panose="02010600030101010101" pitchFamily="2" charset="-122"/>
              </a:rPr>
              <a:t>开始到本行结束的内容都是注释。如</a:t>
            </a:r>
            <a:r>
              <a:rPr lang="en-US" altLang="zh-CN" b="1">
                <a:latin typeface="Arial" panose="020B0604020202020204" pitchFamily="34" charset="0"/>
                <a:ea typeface="宋体" panose="02010600030101010101" pitchFamily="2" charset="-122"/>
              </a:rPr>
              <a:t>/ /</a:t>
            </a:r>
            <a:r>
              <a:rPr lang="zh-CN" altLang="en-US" b="1">
                <a:latin typeface="Arial" panose="020B0604020202020204" pitchFamily="34" charset="0"/>
                <a:ea typeface="宋体" panose="02010600030101010101" pitchFamily="2" charset="-122"/>
              </a:rPr>
              <a:t>这是单行注释</a:t>
            </a:r>
            <a:endParaRPr lang="en-US" altLang="zh-CN" b="1">
              <a:latin typeface="Arial" panose="020B0604020202020204" pitchFamily="34" charset="0"/>
              <a:ea typeface="宋体" panose="02010600030101010101"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107523"/>
                                        </p:tgtEl>
                                        <p:attrNameLst>
                                          <p:attrName>style.visibility</p:attrName>
                                        </p:attrNameLst>
                                      </p:cBhvr>
                                      <p:to>
                                        <p:strVal val="visible"/>
                                      </p:to>
                                    </p:set>
                                    <p:animEffect transition="in" filter="box(in)">
                                      <p:cBhvr>
                                        <p:cTn id="7" dur="500" fill="hold"/>
                                        <p:tgtEl>
                                          <p:spTgt spid="107523"/>
                                        </p:tgtEl>
                                      </p:cBhvr>
                                    </p:animEffect>
                                  </p:childTnLst>
                                </p:cTn>
                              </p:par>
                              <p:par>
                                <p:cTn id="8" presetID="4" presetClass="entr" presetSubtype="16" fill="hold" nodeType="withEffect">
                                  <p:stCondLst>
                                    <p:cond delay="0"/>
                                  </p:stCondLst>
                                  <p:childTnLst>
                                    <p:set>
                                      <p:cBhvr>
                                        <p:cTn id="9" dur="1" fill="hold">
                                          <p:stCondLst>
                                            <p:cond delay="0"/>
                                          </p:stCondLst>
                                        </p:cTn>
                                        <p:tgtEl>
                                          <p:spTgt spid="107526"/>
                                        </p:tgtEl>
                                        <p:attrNameLst>
                                          <p:attrName>style.visibility</p:attrName>
                                        </p:attrNameLst>
                                      </p:cBhvr>
                                      <p:to>
                                        <p:strVal val="visible"/>
                                      </p:to>
                                    </p:set>
                                    <p:animEffect transition="in" filter="box(in)">
                                      <p:cBhvr>
                                        <p:cTn id="10" dur="500" fill="hold"/>
                                        <p:tgtEl>
                                          <p:spTgt spid="107526"/>
                                        </p:tgtEl>
                                      </p:cBhvr>
                                    </p:animEffect>
                                  </p:childTnLst>
                                </p:cTn>
                              </p:par>
                              <p:par>
                                <p:cTn id="11" presetID="4" presetClass="entr" presetSubtype="16" fill="hold" nodeType="withEffect">
                                  <p:stCondLst>
                                    <p:cond delay="0"/>
                                  </p:stCondLst>
                                  <p:childTnLst>
                                    <p:set>
                                      <p:cBhvr>
                                        <p:cTn id="12" dur="1" fill="hold">
                                          <p:stCondLst>
                                            <p:cond delay="0"/>
                                          </p:stCondLst>
                                        </p:cTn>
                                        <p:tgtEl>
                                          <p:spTgt spid="107527"/>
                                        </p:tgtEl>
                                        <p:attrNameLst>
                                          <p:attrName>style.visibility</p:attrName>
                                        </p:attrNameLst>
                                      </p:cBhvr>
                                      <p:to>
                                        <p:strVal val="visible"/>
                                      </p:to>
                                    </p:set>
                                    <p:animEffect transition="in" filter="box(in)">
                                      <p:cBhvr>
                                        <p:cTn id="13" dur="500" fill="hold"/>
                                        <p:tgtEl>
                                          <p:spTgt spid="107527"/>
                                        </p:tgtEl>
                                      </p:cBhvr>
                                    </p:animEffect>
                                  </p:childTnLst>
                                </p:cTn>
                              </p:par>
                              <p:par>
                                <p:cTn id="14" presetID="4" presetClass="entr" presetSubtype="16" fill="hold" nodeType="withEffect">
                                  <p:stCondLst>
                                    <p:cond delay="0"/>
                                  </p:stCondLst>
                                  <p:childTnLst>
                                    <p:set>
                                      <p:cBhvr>
                                        <p:cTn id="15" dur="1" fill="hold">
                                          <p:stCondLst>
                                            <p:cond delay="0"/>
                                          </p:stCondLst>
                                        </p:cTn>
                                        <p:tgtEl>
                                          <p:spTgt spid="107528"/>
                                        </p:tgtEl>
                                        <p:attrNameLst>
                                          <p:attrName>style.visibility</p:attrName>
                                        </p:attrNameLst>
                                      </p:cBhvr>
                                      <p:to>
                                        <p:strVal val="visible"/>
                                      </p:to>
                                    </p:set>
                                    <p:animEffect transition="in" filter="box(in)">
                                      <p:cBhvr>
                                        <p:cTn id="16" dur="500" fill="hold"/>
                                        <p:tgtEl>
                                          <p:spTgt spid="107528"/>
                                        </p:tgtEl>
                                      </p:cBhvr>
                                    </p:animEffect>
                                  </p:childTnLst>
                                </p:cTn>
                              </p:par>
                              <p:par>
                                <p:cTn id="17" presetID="4" presetClass="entr" presetSubtype="16" fill="hold" nodeType="withEffect">
                                  <p:stCondLst>
                                    <p:cond delay="0"/>
                                  </p:stCondLst>
                                  <p:childTnLst>
                                    <p:set>
                                      <p:cBhvr>
                                        <p:cTn id="18" dur="1" fill="hold">
                                          <p:stCondLst>
                                            <p:cond delay="0"/>
                                          </p:stCondLst>
                                        </p:cTn>
                                        <p:tgtEl>
                                          <p:spTgt spid="107529"/>
                                        </p:tgtEl>
                                        <p:attrNameLst>
                                          <p:attrName>style.visibility</p:attrName>
                                        </p:attrNameLst>
                                      </p:cBhvr>
                                      <p:to>
                                        <p:strVal val="visible"/>
                                      </p:to>
                                    </p:set>
                                    <p:animEffect transition="in" filter="box(in)">
                                      <p:cBhvr>
                                        <p:cTn id="19" dur="500" fill="hold"/>
                                        <p:tgtEl>
                                          <p:spTgt spid="107529"/>
                                        </p:tgtEl>
                                      </p:cBhvr>
                                    </p:animEffect>
                                  </p:childTnLst>
                                </p:cTn>
                              </p:par>
                              <p:par>
                                <p:cTn id="20" presetID="4" presetClass="entr" presetSubtype="16" fill="hold" nodeType="withEffect">
                                  <p:stCondLst>
                                    <p:cond delay="0"/>
                                  </p:stCondLst>
                                  <p:childTnLst>
                                    <p:set>
                                      <p:cBhvr>
                                        <p:cTn id="21" dur="1" fill="hold">
                                          <p:stCondLst>
                                            <p:cond delay="0"/>
                                          </p:stCondLst>
                                        </p:cTn>
                                        <p:tgtEl>
                                          <p:spTgt spid="107530"/>
                                        </p:tgtEl>
                                        <p:attrNameLst>
                                          <p:attrName>style.visibility</p:attrName>
                                        </p:attrNameLst>
                                      </p:cBhvr>
                                      <p:to>
                                        <p:strVal val="visible"/>
                                      </p:to>
                                    </p:set>
                                    <p:animEffect transition="in" filter="box(in)">
                                      <p:cBhvr>
                                        <p:cTn id="22" dur="500" fill="hold"/>
                                        <p:tgtEl>
                                          <p:spTgt spid="107530"/>
                                        </p:tgtEl>
                                      </p:cBhvr>
                                    </p:animEffect>
                                  </p:childTnLst>
                                </p:cTn>
                              </p:par>
                              <p:par>
                                <p:cTn id="23" presetID="4" presetClass="entr" presetSubtype="16" fill="hold" nodeType="withEffect">
                                  <p:stCondLst>
                                    <p:cond delay="0"/>
                                  </p:stCondLst>
                                  <p:childTnLst>
                                    <p:set>
                                      <p:cBhvr>
                                        <p:cTn id="24" dur="1" fill="hold">
                                          <p:stCondLst>
                                            <p:cond delay="0"/>
                                          </p:stCondLst>
                                        </p:cTn>
                                        <p:tgtEl>
                                          <p:spTgt spid="107531"/>
                                        </p:tgtEl>
                                        <p:attrNameLst>
                                          <p:attrName>style.visibility</p:attrName>
                                        </p:attrNameLst>
                                      </p:cBhvr>
                                      <p:to>
                                        <p:strVal val="visible"/>
                                      </p:to>
                                    </p:set>
                                    <p:animEffect transition="in" filter="box(in)">
                                      <p:cBhvr>
                                        <p:cTn id="25" dur="500" fill="hold"/>
                                        <p:tgtEl>
                                          <p:spTgt spid="107531"/>
                                        </p:tgtEl>
                                      </p:cBhvr>
                                    </p:animEffect>
                                  </p:childTnLst>
                                </p:cTn>
                              </p:par>
                              <p:par>
                                <p:cTn id="26" presetID="4" presetClass="entr" presetSubtype="16" fill="hold" nodeType="withEffect">
                                  <p:stCondLst>
                                    <p:cond delay="0"/>
                                  </p:stCondLst>
                                  <p:childTnLst>
                                    <p:set>
                                      <p:cBhvr>
                                        <p:cTn id="27" dur="1" fill="hold">
                                          <p:stCondLst>
                                            <p:cond delay="0"/>
                                          </p:stCondLst>
                                        </p:cTn>
                                        <p:tgtEl>
                                          <p:spTgt spid="107532"/>
                                        </p:tgtEl>
                                        <p:attrNameLst>
                                          <p:attrName>style.visibility</p:attrName>
                                        </p:attrNameLst>
                                      </p:cBhvr>
                                      <p:to>
                                        <p:strVal val="visible"/>
                                      </p:to>
                                    </p:set>
                                    <p:animEffect transition="in" filter="box(in)">
                                      <p:cBhvr>
                                        <p:cTn id="28" dur="500" fill="hold"/>
                                        <p:tgtEl>
                                          <p:spTgt spid="1075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4000" b="1" spc="0">
                <a:effectLst>
                  <a:outerShdw blurRad="38100" dist="38100" dir="2700000" algn="tl">
                    <a:schemeClr val="bg2"/>
                  </a:outerShdw>
                </a:effectLst>
              </a:rPr>
              <a:t>1.3  </a:t>
            </a:r>
            <a:r>
              <a:rPr lang="zh-CN" altLang="en-US" sz="4000" b="1" spc="0">
                <a:effectLst>
                  <a:outerShdw blurRad="38100" dist="38100" dir="2700000" algn="tl">
                    <a:schemeClr val="bg2"/>
                  </a:outerShdw>
                </a:effectLst>
              </a:rPr>
              <a:t>案例实施</a:t>
            </a:r>
            <a:endParaRPr lang="zh-CN" altLang="en-US" b="1">
              <a:effectLst>
                <a:outerShdw blurRad="38100" dist="38100" dir="2700000" algn="tl">
                  <a:schemeClr val="bg2"/>
                </a:outerShdw>
              </a:effectLst>
            </a:endParaRPr>
          </a:p>
        </p:txBody>
      </p:sp>
      <p:grpSp>
        <p:nvGrpSpPr>
          <p:cNvPr id="108547" name="Group 3"/>
          <p:cNvGrpSpPr/>
          <p:nvPr/>
        </p:nvGrpSpPr>
        <p:grpSpPr>
          <a:xfrm>
            <a:off x="0" y="1052513"/>
            <a:ext cx="3203575" cy="457200"/>
            <a:chOff x="0" y="0"/>
            <a:chExt cx="2946" cy="516"/>
          </a:xfrm>
        </p:grpSpPr>
        <p:sp>
          <p:nvSpPr>
            <p:cNvPr id="108559" name="Rectangle 12"/>
            <p:cNvSpPr/>
            <p:nvPr/>
          </p:nvSpPr>
          <p:spPr>
            <a:xfrm>
              <a:off x="43" y="470"/>
              <a:ext cx="2902" cy="46"/>
            </a:xfrm>
            <a:prstGeom prst="rect">
              <a:avLst/>
            </a:prstGeom>
            <a:solidFill>
              <a:srgbClr val="000000">
                <a:alpha val="54901"/>
              </a:srgbClr>
            </a:solid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8560" name="Rectangle 13"/>
            <p:cNvSpPr/>
            <p:nvPr/>
          </p:nvSpPr>
          <p:spPr>
            <a:xfrm>
              <a:off x="2899" y="17"/>
              <a:ext cx="47" cy="453"/>
            </a:xfrm>
            <a:prstGeom prst="rect">
              <a:avLst/>
            </a:prstGeom>
            <a:solidFill>
              <a:srgbClr val="000000">
                <a:alpha val="54901"/>
              </a:srgbClr>
            </a:solid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8561" name="Rectangle 14" descr="窄横线"/>
            <p:cNvSpPr/>
            <p:nvPr/>
          </p:nvSpPr>
          <p:spPr>
            <a:xfrm>
              <a:off x="0" y="0"/>
              <a:ext cx="2903" cy="476"/>
            </a:xfrm>
            <a:prstGeom prst="rect">
              <a:avLst/>
            </a:prstGeom>
            <a:blipFill rotWithShape="0">
              <a:blip r:embed="rId1"/>
              <a:tile tx="0" ty="0" sx="100000" sy="100000" flip="none" algn="tl"/>
            </a:blipFill>
            <a:ln w="12700">
              <a:solidFill>
                <a:srgbClr val="FFFFFF"/>
              </a:solidFill>
              <a:miter lim="800000"/>
            </a:ln>
          </p:spPr>
          <p:txBody>
            <a:bodyPr lIns="0" tIns="0" rIns="0" bIns="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342900" lvl="0" indent="-342900" algn="ctr" eaLnBrk="1" hangingPunct="1">
                <a:buClrTx/>
                <a:buSzTx/>
                <a:buFontTx/>
                <a:buNone/>
              </a:pPr>
              <a:r>
                <a:rPr lang="en-US" altLang="zh-CN" sz="2400" b="1">
                  <a:solidFill>
                    <a:schemeClr val="tx2"/>
                  </a:solidFill>
                  <a:ea typeface="隶书" pitchFamily="49" charset="-122"/>
                </a:rPr>
                <a:t>1.3.1  </a:t>
              </a:r>
              <a:r>
                <a:rPr lang="zh-CN" altLang="en-US" sz="2400" b="1">
                  <a:solidFill>
                    <a:schemeClr val="tx2"/>
                  </a:solidFill>
                  <a:ea typeface="隶书" pitchFamily="49" charset="-122"/>
                </a:rPr>
                <a:t>编写源代码</a:t>
              </a:r>
              <a:endParaRPr lang="zh-CN" altLang="en-US" sz="2400" b="1">
                <a:solidFill>
                  <a:schemeClr val="tx2"/>
                </a:solidFill>
                <a:ea typeface="隶书" pitchFamily="49" charset="-122"/>
              </a:endParaRPr>
            </a:p>
          </p:txBody>
        </p:sp>
      </p:grpSp>
      <p:grpSp>
        <p:nvGrpSpPr>
          <p:cNvPr id="108548" name="Group 7"/>
          <p:cNvGrpSpPr/>
          <p:nvPr/>
        </p:nvGrpSpPr>
        <p:grpSpPr>
          <a:xfrm>
            <a:off x="1339850" y="5251450"/>
            <a:ext cx="6924675" cy="466725"/>
            <a:chOff x="0" y="0"/>
            <a:chExt cx="4330" cy="352"/>
          </a:xfrm>
        </p:grpSpPr>
        <p:sp>
          <p:nvSpPr>
            <p:cNvPr id="108557" name="Rectangle 6"/>
            <p:cNvSpPr/>
            <p:nvPr/>
          </p:nvSpPr>
          <p:spPr>
            <a:xfrm>
              <a:off x="0" y="0"/>
              <a:ext cx="4330" cy="352"/>
            </a:xfrm>
            <a:prstGeom prst="rect">
              <a:avLst/>
            </a:prstGeom>
            <a:gradFill rotWithShape="1">
              <a:gsLst>
                <a:gs pos="0">
                  <a:srgbClr val="333399"/>
                </a:gs>
                <a:gs pos="100000">
                  <a:srgbClr val="1C1C54"/>
                </a:gs>
              </a:gsLst>
              <a:lin ang="5400000" scaled="1"/>
            </a:gradFill>
            <a:ln>
              <a:noFill/>
              <a:miter lim="800000"/>
            </a:ln>
            <a:scene3d>
              <a:camera prst="legacyPerspectiveTop">
                <a:rot lat="0" lon="0" rev="0"/>
              </a:camera>
              <a:lightRig rig="legacyNormal3" dir="r"/>
            </a:scene3d>
            <a:sp3d extrusionH="121893000" prstMaterial="legacyPlastic">
              <a:bevelT w="13500" h="13500" prst="angle"/>
              <a:bevelB w="13500" h="13500" prst="angle"/>
              <a:extrusionClr>
                <a:schemeClr val="accent2"/>
              </a:extrusionClr>
              <a:contourClr>
                <a:srgbClr val="000000"/>
              </a:contourClr>
            </a:sp3d>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cxnSp>
          <p:nvCxnSpPr>
            <p:cNvPr id="108558" name="Line 7"/>
            <p:cNvCxnSpPr/>
            <p:nvPr/>
          </p:nvCxnSpPr>
          <p:spPr>
            <a:xfrm>
              <a:off x="6" y="6"/>
              <a:ext cx="4306" cy="1"/>
            </a:xfrm>
            <a:prstGeom prst="line">
              <a:avLst/>
            </a:prstGeom>
            <a:noFill/>
            <a:ln>
              <a:solidFill>
                <a:srgbClr val="F8F8F8">
                  <a:alpha val="50195"/>
                </a:srgbClr>
              </a:solidFill>
              <a:miter lim="800000"/>
            </a:ln>
          </p:spPr>
        </p:cxnSp>
      </p:grpSp>
      <p:grpSp>
        <p:nvGrpSpPr>
          <p:cNvPr id="108549" name="Group 10"/>
          <p:cNvGrpSpPr/>
          <p:nvPr/>
        </p:nvGrpSpPr>
        <p:grpSpPr>
          <a:xfrm>
            <a:off x="1692275" y="1916113"/>
            <a:ext cx="6048375" cy="3103562"/>
            <a:chOff x="0" y="0"/>
            <a:chExt cx="4672" cy="1583"/>
          </a:xfrm>
        </p:grpSpPr>
        <p:sp>
          <p:nvSpPr>
            <p:cNvPr id="108555" name="AutoShape 9"/>
            <p:cNvSpPr/>
            <p:nvPr/>
          </p:nvSpPr>
          <p:spPr>
            <a:xfrm>
              <a:off x="0" y="0"/>
              <a:ext cx="4665" cy="1583"/>
            </a:xfrm>
            <a:prstGeom prst="roundRect">
              <a:avLst>
                <a:gd name="adj" fmla="val 5722"/>
              </a:avLst>
            </a:prstGeom>
            <a:gradFill rotWithShape="1">
              <a:gsLst>
                <a:gs pos="0">
                  <a:srgbClr val="CACACA"/>
                </a:gs>
                <a:gs pos="100000">
                  <a:srgbClr val="FFFFFF"/>
                </a:gs>
              </a:gsLst>
              <a:lin ang="5400000" scaled="1"/>
            </a:gradFill>
            <a:ln w="38100">
              <a:solidFill>
                <a:srgbClr val="F8F8F8"/>
              </a:solidFill>
              <a:miter lim="800000"/>
            </a:ln>
            <a:effectLst>
              <a:outerShdw dist="107763" dir="2700000" algn="ctr">
                <a:srgbClr val="080808">
                  <a:alpha val="50000"/>
                </a:srgbClr>
              </a:outerShdw>
            </a:effectLst>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pic>
          <p:nvPicPr>
            <p:cNvPr id="108556" name="Picture 10" descr="high_line"/>
            <p:cNvPicPr>
              <a:picLocks noChangeAspect="1"/>
            </p:cNvPicPr>
            <p:nvPr/>
          </p:nvPicPr>
          <p:blipFill>
            <a:blip r:embed="rId2">
              <a:lum bright="-20000" contrast="20000"/>
            </a:blip>
            <a:stretch>
              <a:fillRect/>
            </a:stretch>
          </p:blipFill>
          <p:spPr>
            <a:xfrm>
              <a:off x="7" y="6"/>
              <a:ext cx="4665" cy="329"/>
            </a:xfrm>
            <a:prstGeom prst="rect">
              <a:avLst/>
            </a:prstGeom>
            <a:noFill/>
            <a:ln>
              <a:noFill/>
              <a:miter lim="800000"/>
              <a:headEnd/>
              <a:tailEnd/>
            </a:ln>
            <a:effectLst>
              <a:outerShdw dist="35921" dir="2700000" algn="ctr">
                <a:srgbClr val="808080">
                  <a:alpha val="50000"/>
                </a:srgbClr>
              </a:outerShdw>
            </a:effectLst>
          </p:spPr>
        </p:pic>
      </p:grpSp>
      <p:sp>
        <p:nvSpPr>
          <p:cNvPr id="108550" name="Rectangle 12"/>
          <p:cNvSpPr/>
          <p:nvPr/>
        </p:nvSpPr>
        <p:spPr>
          <a:xfrm>
            <a:off x="1979613" y="5229225"/>
            <a:ext cx="5721350" cy="53022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lnSpc>
                <a:spcPct val="120000"/>
              </a:lnSpc>
              <a:spcBef>
                <a:spcPct val="0"/>
              </a:spcBef>
              <a:buClrTx/>
              <a:buSzTx/>
              <a:buFontTx/>
              <a:buNone/>
            </a:pPr>
            <a:r>
              <a:rPr lang="zh-CN" altLang="en-US" sz="2400" b="1">
                <a:solidFill>
                  <a:srgbClr val="FEFFFF"/>
                </a:solidFill>
                <a:latin typeface="Arial" panose="020B0604020202020204" pitchFamily="34" charset="0"/>
                <a:ea typeface="宋体" panose="02010600030101010101" pitchFamily="2" charset="-122"/>
              </a:rPr>
              <a:t>编写 </a:t>
            </a:r>
            <a:r>
              <a:rPr lang="en-US" altLang="zh-CN" sz="2400" b="1">
                <a:solidFill>
                  <a:srgbClr val="FEFFFF"/>
                </a:solidFill>
                <a:latin typeface="Arial" panose="020B0604020202020204" pitchFamily="34" charset="0"/>
                <a:ea typeface="宋体" panose="02010600030101010101" pitchFamily="2" charset="-122"/>
              </a:rPr>
              <a:t>HelloWorld.java</a:t>
            </a:r>
            <a:r>
              <a:rPr lang="zh-CN" altLang="en-US" sz="2400" b="1">
                <a:solidFill>
                  <a:srgbClr val="FEFFFF"/>
                </a:solidFill>
                <a:latin typeface="Arial" panose="020B0604020202020204" pitchFamily="34" charset="0"/>
                <a:ea typeface="宋体" panose="02010600030101010101" pitchFamily="2" charset="-122"/>
              </a:rPr>
              <a:t>文件</a:t>
            </a:r>
            <a:endParaRPr lang="zh-CN" altLang="en-US" sz="2400" b="1">
              <a:solidFill>
                <a:srgbClr val="FEFFFF"/>
              </a:solidFill>
              <a:latin typeface="Arial" panose="020B0604020202020204" pitchFamily="34" charset="0"/>
              <a:ea typeface="宋体" panose="02010600030101010101" pitchFamily="2" charset="-122"/>
            </a:endParaRPr>
          </a:p>
        </p:txBody>
      </p:sp>
      <p:sp>
        <p:nvSpPr>
          <p:cNvPr id="108551" name="AutoShape 15"/>
          <p:cNvSpPr/>
          <p:nvPr/>
        </p:nvSpPr>
        <p:spPr>
          <a:xfrm>
            <a:off x="2268538" y="3756025"/>
            <a:ext cx="3460750" cy="428625"/>
          </a:xfrm>
          <a:prstGeom prst="roundRect">
            <a:avLst>
              <a:gd name="adj" fmla="val 50000"/>
            </a:avLst>
          </a:prstGeom>
          <a:solidFill>
            <a:srgbClr val="FFFFFF"/>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8552" name="AutoShape 16"/>
          <p:cNvSpPr/>
          <p:nvPr/>
        </p:nvSpPr>
        <p:spPr>
          <a:xfrm>
            <a:off x="2268538" y="4256088"/>
            <a:ext cx="3460750" cy="428625"/>
          </a:xfrm>
          <a:prstGeom prst="roundRect">
            <a:avLst>
              <a:gd name="adj" fmla="val 50000"/>
            </a:avLst>
          </a:prstGeom>
          <a:solidFill>
            <a:srgbClr val="FFFFFF"/>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8553" name="Rectangle 17"/>
          <p:cNvSpPr/>
          <p:nvPr/>
        </p:nvSpPr>
        <p:spPr>
          <a:xfrm>
            <a:off x="1908175" y="2133600"/>
            <a:ext cx="5759450" cy="2838450"/>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lnSpc>
                <a:spcPct val="90000"/>
              </a:lnSpc>
              <a:spcBef>
                <a:spcPct val="0"/>
              </a:spcBef>
              <a:buClrTx/>
              <a:buSzTx/>
              <a:buNone/>
            </a:pPr>
            <a:r>
              <a:rPr lang="zh-CN" altLang="en-US" b="1">
                <a:solidFill>
                  <a:schemeClr val="tx1"/>
                </a:solidFill>
                <a:latin typeface="Arial" panose="020B0604020202020204" pitchFamily="34" charset="0"/>
                <a:ea typeface="宋体" panose="02010600030101010101" pitchFamily="2" charset="-122"/>
              </a:rPr>
              <a:t>打开记事本（或其他文本编辑器），输入以下</a:t>
            </a:r>
            <a:r>
              <a:rPr lang="en-US" altLang="zh-CN" b="1">
                <a:solidFill>
                  <a:schemeClr val="tx1"/>
                </a:solidFill>
                <a:latin typeface="Arial" panose="020B0604020202020204" pitchFamily="34" charset="0"/>
                <a:ea typeface="宋体" panose="02010600030101010101" pitchFamily="2" charset="-122"/>
              </a:rPr>
              <a:t>Java</a:t>
            </a:r>
            <a:r>
              <a:rPr lang="zh-CN" altLang="en-US" b="1">
                <a:solidFill>
                  <a:schemeClr val="tx1"/>
                </a:solidFill>
                <a:latin typeface="Arial" panose="020B0604020202020204" pitchFamily="34" charset="0"/>
                <a:ea typeface="宋体" panose="02010600030101010101" pitchFamily="2" charset="-122"/>
              </a:rPr>
              <a:t>源代码：</a:t>
            </a:r>
            <a:endParaRPr lang="zh-CN" altLang="en-US"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public class  HelloWorld   {</a:t>
            </a:r>
            <a:endParaRPr lang="en-US" altLang="zh-CN"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     //</a:t>
            </a:r>
            <a:r>
              <a:rPr lang="zh-CN" altLang="en-US" b="1">
                <a:solidFill>
                  <a:schemeClr val="tx1"/>
                </a:solidFill>
                <a:latin typeface="Arial" panose="020B0604020202020204" pitchFamily="34" charset="0"/>
                <a:ea typeface="宋体" panose="02010600030101010101" pitchFamily="2" charset="-122"/>
              </a:rPr>
              <a:t>定义一个类，类名为：</a:t>
            </a:r>
            <a:r>
              <a:rPr lang="en-US" altLang="zh-CN" b="1">
                <a:solidFill>
                  <a:schemeClr val="tx1"/>
                </a:solidFill>
                <a:latin typeface="Arial" panose="020B0604020202020204" pitchFamily="34" charset="0"/>
                <a:ea typeface="宋体" panose="02010600030101010101" pitchFamily="2" charset="-122"/>
              </a:rPr>
              <a:t>HelloWorld</a:t>
            </a:r>
            <a:endParaRPr lang="en-US" altLang="zh-CN"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    public static void main(String[] args) {</a:t>
            </a:r>
            <a:endParaRPr lang="en-US" altLang="zh-CN"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   //main()</a:t>
            </a:r>
            <a:r>
              <a:rPr lang="zh-CN" altLang="en-US" b="1">
                <a:solidFill>
                  <a:schemeClr val="tx1"/>
                </a:solidFill>
                <a:latin typeface="Arial" panose="020B0604020202020204" pitchFamily="34" charset="0"/>
                <a:ea typeface="宋体" panose="02010600030101010101" pitchFamily="2" charset="-122"/>
              </a:rPr>
              <a:t>是</a:t>
            </a:r>
            <a:r>
              <a:rPr lang="en-US" altLang="zh-CN" b="1">
                <a:solidFill>
                  <a:schemeClr val="tx1"/>
                </a:solidFill>
                <a:latin typeface="Arial" panose="020B0604020202020204" pitchFamily="34" charset="0"/>
                <a:ea typeface="宋体" panose="02010600030101010101" pitchFamily="2" charset="-122"/>
              </a:rPr>
              <a:t>Java</a:t>
            </a:r>
            <a:r>
              <a:rPr lang="zh-CN" altLang="en-US" b="1">
                <a:solidFill>
                  <a:schemeClr val="tx1"/>
                </a:solidFill>
                <a:latin typeface="Arial" panose="020B0604020202020204" pitchFamily="34" charset="0"/>
                <a:ea typeface="宋体" panose="02010600030101010101" pitchFamily="2" charset="-122"/>
              </a:rPr>
              <a:t>应用程序的主方法。</a:t>
            </a:r>
            <a:endParaRPr lang="zh-CN" altLang="en-US"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        System.out.println(“Hello World ”);   </a:t>
            </a:r>
            <a:endParaRPr lang="en-US" altLang="zh-CN"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   //</a:t>
            </a:r>
            <a:r>
              <a:rPr lang="zh-CN" altLang="en-US" b="1">
                <a:solidFill>
                  <a:schemeClr val="tx1"/>
                </a:solidFill>
                <a:latin typeface="Arial" panose="020B0604020202020204" pitchFamily="34" charset="0"/>
                <a:ea typeface="宋体" panose="02010600030101010101" pitchFamily="2" charset="-122"/>
              </a:rPr>
              <a:t>在命令行下输出</a:t>
            </a:r>
            <a:r>
              <a:rPr lang="en-US" altLang="zh-CN" b="1">
                <a:solidFill>
                  <a:schemeClr val="tx1"/>
                </a:solidFill>
                <a:latin typeface="Arial" panose="020B0604020202020204" pitchFamily="34" charset="0"/>
                <a:ea typeface="宋体" panose="02010600030101010101" pitchFamily="2" charset="-122"/>
              </a:rPr>
              <a:t>Hello World</a:t>
            </a:r>
            <a:endParaRPr lang="en-US" altLang="zh-CN"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    }</a:t>
            </a:r>
            <a:endParaRPr lang="en-US" altLang="zh-CN" b="1">
              <a:solidFill>
                <a:schemeClr val="tx1"/>
              </a:solidFill>
              <a:latin typeface="Arial" panose="020B0604020202020204" pitchFamily="34" charset="0"/>
              <a:ea typeface="宋体" panose="02010600030101010101" pitchFamily="2" charset="-122"/>
            </a:endParaRPr>
          </a:p>
          <a:p>
            <a:pPr marL="0" lvl="0" indent="0" eaLnBrk="1" hangingPunct="1">
              <a:lnSpc>
                <a:spcPct val="90000"/>
              </a:lnSpc>
              <a:spcBef>
                <a:spcPct val="0"/>
              </a:spcBef>
              <a:buClrTx/>
              <a:buSzTx/>
              <a:buNone/>
            </a:pPr>
            <a:r>
              <a:rPr lang="en-US" altLang="zh-CN" b="1">
                <a:solidFill>
                  <a:schemeClr val="tx1"/>
                </a:solidFill>
                <a:latin typeface="Arial" panose="020B0604020202020204" pitchFamily="34" charset="0"/>
                <a:ea typeface="宋体" panose="02010600030101010101" pitchFamily="2" charset="-122"/>
              </a:rPr>
              <a:t>}</a:t>
            </a:r>
            <a:endParaRPr lang="en-US" altLang="zh-CN" b="1">
              <a:solidFill>
                <a:schemeClr val="tx1"/>
              </a:solidFill>
              <a:latin typeface="Arial" panose="020B0604020202020204" pitchFamily="34" charset="0"/>
              <a:ea typeface="宋体" panose="02010600030101010101" pitchFamily="2" charset="-122"/>
            </a:endParaRPr>
          </a:p>
        </p:txBody>
      </p:sp>
      <p:sp>
        <p:nvSpPr>
          <p:cNvPr id="108554" name="Rectangle 19"/>
          <p:cNvSpPr/>
          <p:nvPr/>
        </p:nvSpPr>
        <p:spPr>
          <a:xfrm>
            <a:off x="2528888" y="4302125"/>
            <a:ext cx="3000375" cy="312738"/>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lnSpc>
                <a:spcPct val="90000"/>
              </a:lnSpc>
              <a:spcBef>
                <a:spcPct val="0"/>
              </a:spcBef>
              <a:buClrTx/>
              <a:buSzTx/>
            </a:pPr>
            <a:r>
              <a:rPr lang="en-US" altLang="zh-CN" sz="1600" b="1">
                <a:solidFill>
                  <a:srgbClr val="FEFEFE"/>
                </a:solidFill>
                <a:latin typeface="Arial" panose="020B0604020202020204" pitchFamily="34" charset="0"/>
                <a:ea typeface="宋体" panose="02010600030101010101" pitchFamily="2" charset="-122"/>
              </a:rPr>
              <a:t> Description of the business</a:t>
            </a:r>
            <a:endParaRPr lang="en-US" altLang="zh-CN" sz="1600" b="1">
              <a:solidFill>
                <a:srgbClr val="FEFEFE"/>
              </a:solidFill>
              <a:latin typeface="Arial" panose="020B0604020202020204" pitchFamily="34" charset="0"/>
              <a:ea typeface="宋体" panose="02010600030101010101"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8549"/>
                                        </p:tgtEl>
                                        <p:attrNameLst>
                                          <p:attrName>style.visibility</p:attrName>
                                        </p:attrNameLst>
                                      </p:cBhvr>
                                      <p:to>
                                        <p:strVal val="visible"/>
                                      </p:to>
                                    </p:set>
                                    <p:animEffect transition="in" filter="dissolve">
                                      <p:cBhvr>
                                        <p:cTn id="7" dur="500" fill="hold"/>
                                        <p:tgtEl>
                                          <p:spTgt spid="108549"/>
                                        </p:tgtEl>
                                      </p:cBhvr>
                                    </p:animEffect>
                                  </p:childTnLst>
                                </p:cTn>
                              </p:par>
                              <p:par>
                                <p:cTn id="8" presetID="9" presetClass="entr" presetSubtype="0" fill="hold" nodeType="withEffect">
                                  <p:stCondLst>
                                    <p:cond delay="0"/>
                                  </p:stCondLst>
                                  <p:childTnLst>
                                    <p:set>
                                      <p:cBhvr>
                                        <p:cTn id="9" dur="1" fill="hold">
                                          <p:stCondLst>
                                            <p:cond delay="0"/>
                                          </p:stCondLst>
                                        </p:cTn>
                                        <p:tgtEl>
                                          <p:spTgt spid="108551"/>
                                        </p:tgtEl>
                                        <p:attrNameLst>
                                          <p:attrName>style.visibility</p:attrName>
                                        </p:attrNameLst>
                                      </p:cBhvr>
                                      <p:to>
                                        <p:strVal val="visible"/>
                                      </p:to>
                                    </p:set>
                                    <p:animEffect transition="in" filter="dissolve">
                                      <p:cBhvr>
                                        <p:cTn id="10" dur="500" fill="hold"/>
                                        <p:tgtEl>
                                          <p:spTgt spid="108551"/>
                                        </p:tgtEl>
                                      </p:cBhvr>
                                    </p:animEffect>
                                  </p:childTnLst>
                                </p:cTn>
                              </p:par>
                              <p:par>
                                <p:cTn id="11" presetID="9" presetClass="entr" presetSubtype="0" fill="hold" nodeType="withEffect">
                                  <p:stCondLst>
                                    <p:cond delay="0"/>
                                  </p:stCondLst>
                                  <p:childTnLst>
                                    <p:set>
                                      <p:cBhvr>
                                        <p:cTn id="12" dur="1" fill="hold">
                                          <p:stCondLst>
                                            <p:cond delay="0"/>
                                          </p:stCondLst>
                                        </p:cTn>
                                        <p:tgtEl>
                                          <p:spTgt spid="108552"/>
                                        </p:tgtEl>
                                        <p:attrNameLst>
                                          <p:attrName>style.visibility</p:attrName>
                                        </p:attrNameLst>
                                      </p:cBhvr>
                                      <p:to>
                                        <p:strVal val="visible"/>
                                      </p:to>
                                    </p:set>
                                    <p:animEffect transition="in" filter="dissolve">
                                      <p:cBhvr>
                                        <p:cTn id="13" dur="500" fill="hold"/>
                                        <p:tgtEl>
                                          <p:spTgt spid="108552"/>
                                        </p:tgtEl>
                                      </p:cBhvr>
                                    </p:animEffect>
                                  </p:childTnLst>
                                </p:cTn>
                              </p:par>
                              <p:par>
                                <p:cTn id="14" presetID="9" presetClass="entr" presetSubtype="0" fill="hold" nodeType="withEffect">
                                  <p:stCondLst>
                                    <p:cond delay="0"/>
                                  </p:stCondLst>
                                  <p:childTnLst>
                                    <p:set>
                                      <p:cBhvr>
                                        <p:cTn id="15" dur="1" fill="hold">
                                          <p:stCondLst>
                                            <p:cond delay="0"/>
                                          </p:stCondLst>
                                        </p:cTn>
                                        <p:tgtEl>
                                          <p:spTgt spid="108553"/>
                                        </p:tgtEl>
                                        <p:attrNameLst>
                                          <p:attrName>style.visibility</p:attrName>
                                        </p:attrNameLst>
                                      </p:cBhvr>
                                      <p:to>
                                        <p:strVal val="visible"/>
                                      </p:to>
                                    </p:set>
                                    <p:animEffect transition="in" filter="dissolve">
                                      <p:cBhvr>
                                        <p:cTn id="16" dur="500" fill="hold"/>
                                        <p:tgtEl>
                                          <p:spTgt spid="108553"/>
                                        </p:tgtEl>
                                      </p:cBhvr>
                                    </p:animEffect>
                                  </p:childTnLst>
                                </p:cTn>
                              </p:par>
                              <p:par>
                                <p:cTn id="17" presetID="9" presetClass="entr" presetSubtype="0" fill="hold" nodeType="withEffect">
                                  <p:stCondLst>
                                    <p:cond delay="0"/>
                                  </p:stCondLst>
                                  <p:childTnLst>
                                    <p:set>
                                      <p:cBhvr>
                                        <p:cTn id="18" dur="1" fill="hold">
                                          <p:stCondLst>
                                            <p:cond delay="0"/>
                                          </p:stCondLst>
                                        </p:cTn>
                                        <p:tgtEl>
                                          <p:spTgt spid="108554"/>
                                        </p:tgtEl>
                                        <p:attrNameLst>
                                          <p:attrName>style.visibility</p:attrName>
                                        </p:attrNameLst>
                                      </p:cBhvr>
                                      <p:to>
                                        <p:strVal val="visible"/>
                                      </p:to>
                                    </p:set>
                                    <p:animEffect transition="in" filter="dissolve">
                                      <p:cBhvr>
                                        <p:cTn id="19" dur="500" fill="hold"/>
                                        <p:tgtEl>
                                          <p:spTgt spid="108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4000" b="1" spc="0">
                <a:effectLst>
                  <a:outerShdw blurRad="38100" dist="38100" dir="2700000" algn="tl">
                    <a:schemeClr val="bg2"/>
                  </a:outerShdw>
                </a:effectLst>
              </a:rPr>
              <a:t>1.3.2  </a:t>
            </a:r>
            <a:r>
              <a:rPr lang="zh-CN" altLang="en-US" sz="4000" b="1" spc="0">
                <a:effectLst>
                  <a:outerShdw blurRad="38100" dist="38100" dir="2700000" algn="tl">
                    <a:schemeClr val="bg2"/>
                  </a:outerShdw>
                </a:effectLst>
              </a:rPr>
              <a:t>编译源代码</a:t>
            </a:r>
            <a:endParaRPr lang="zh-CN" altLang="en-US" b="1">
              <a:effectLst>
                <a:outerShdw blurRad="38100" dist="38100" dir="2700000" algn="tl">
                  <a:schemeClr val="bg2"/>
                </a:outerShdw>
              </a:effectLst>
            </a:endParaRPr>
          </a:p>
        </p:txBody>
      </p:sp>
      <p:sp>
        <p:nvSpPr>
          <p:cNvPr id="109571" name="AutoShape 2"/>
          <p:cNvSpPr/>
          <p:nvPr/>
        </p:nvSpPr>
        <p:spPr>
          <a:xfrm>
            <a:off x="1246188" y="1906588"/>
            <a:ext cx="6861175" cy="2994025"/>
          </a:xfrm>
          <a:prstGeom prst="roundRect">
            <a:avLst>
              <a:gd name="adj" fmla="val 12574"/>
            </a:avLst>
          </a:prstGeom>
          <a:solidFill>
            <a:srgbClr val="99CC00"/>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9572" name="AutoShape 3"/>
          <p:cNvSpPr/>
          <p:nvPr/>
        </p:nvSpPr>
        <p:spPr>
          <a:xfrm>
            <a:off x="1258888" y="4124325"/>
            <a:ext cx="6835775" cy="769938"/>
          </a:xfrm>
          <a:prstGeom prst="roundRect">
            <a:avLst>
              <a:gd name="adj" fmla="val 32134"/>
            </a:avLst>
          </a:prstGeom>
          <a:gradFill rotWithShape="1">
            <a:gsLst>
              <a:gs pos="0">
                <a:srgbClr val="99CC00">
                  <a:alpha val="0"/>
                </a:srgbClr>
              </a:gs>
              <a:gs pos="100000">
                <a:srgbClr val="D5EA96"/>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9573" name="AutoShape 4"/>
          <p:cNvSpPr/>
          <p:nvPr/>
        </p:nvSpPr>
        <p:spPr>
          <a:xfrm>
            <a:off x="1331913" y="1916113"/>
            <a:ext cx="6745287" cy="771525"/>
          </a:xfrm>
          <a:prstGeom prst="roundRect">
            <a:avLst>
              <a:gd name="adj" fmla="val 31319"/>
            </a:avLst>
          </a:prstGeom>
          <a:gradFill rotWithShape="1">
            <a:gsLst>
              <a:gs pos="0">
                <a:srgbClr val="DDEEAA"/>
              </a:gs>
              <a:gs pos="100000">
                <a:srgbClr val="99CC00">
                  <a:alpha val="0"/>
                </a:srgbClr>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09574" name="Text Box 15"/>
          <p:cNvSpPr/>
          <p:nvPr/>
        </p:nvSpPr>
        <p:spPr>
          <a:xfrm>
            <a:off x="1535113" y="2159000"/>
            <a:ext cx="6335712" cy="24415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120650" lvl="0" indent="-120650" eaLnBrk="1" hangingPunct="1">
              <a:lnSpc>
                <a:spcPct val="90000"/>
              </a:lnSpc>
              <a:spcBef>
                <a:spcPct val="50000"/>
              </a:spcBef>
              <a:buClrTx/>
              <a:buSzTx/>
              <a:buFontTx/>
              <a:buNone/>
            </a:pPr>
            <a:r>
              <a:rPr lang="en-US" altLang="zh-CN" b="1">
                <a:solidFill>
                  <a:srgbClr val="FFFFFF"/>
                </a:solidFill>
                <a:latin typeface="Arial" panose="020B0604020202020204" pitchFamily="34" charset="0"/>
                <a:ea typeface="宋体" panose="02010600030101010101" pitchFamily="2" charset="-122"/>
              </a:rPr>
              <a:t>        Java Application</a:t>
            </a:r>
            <a:r>
              <a:rPr lang="zh-CN" altLang="en-US" b="1">
                <a:solidFill>
                  <a:srgbClr val="FFFFFF"/>
                </a:solidFill>
                <a:latin typeface="Arial" panose="020B0604020202020204" pitchFamily="34" charset="0"/>
                <a:ea typeface="宋体" panose="02010600030101010101" pitchFamily="2" charset="-122"/>
              </a:rPr>
              <a:t>需要先将源程序文件编译成字节码文件，才能被</a:t>
            </a:r>
            <a:r>
              <a:rPr lang="en-US" altLang="zh-CN" b="1">
                <a:solidFill>
                  <a:srgbClr val="FFFFFF"/>
                </a:solidFill>
                <a:latin typeface="Arial" panose="020B0604020202020204" pitchFamily="34" charset="0"/>
                <a:ea typeface="宋体" panose="02010600030101010101" pitchFamily="2" charset="-122"/>
              </a:rPr>
              <a:t>Java</a:t>
            </a:r>
            <a:r>
              <a:rPr lang="zh-CN" altLang="en-US" b="1">
                <a:solidFill>
                  <a:srgbClr val="FFFFFF"/>
                </a:solidFill>
                <a:latin typeface="Arial" panose="020B0604020202020204" pitchFamily="34" charset="0"/>
                <a:ea typeface="宋体" panose="02010600030101010101" pitchFamily="2" charset="-122"/>
              </a:rPr>
              <a:t>解释器解释运行。执行“开始”→“运行”命令，在弹出的“运行”对话框中，输入“</a:t>
            </a:r>
            <a:r>
              <a:rPr lang="en-US" altLang="zh-CN" b="1">
                <a:solidFill>
                  <a:srgbClr val="FFFFFF"/>
                </a:solidFill>
                <a:latin typeface="Arial" panose="020B0604020202020204" pitchFamily="34" charset="0"/>
                <a:ea typeface="宋体" panose="02010600030101010101" pitchFamily="2" charset="-122"/>
              </a:rPr>
              <a:t>cmd”</a:t>
            </a:r>
            <a:r>
              <a:rPr lang="zh-CN" altLang="en-US" b="1">
                <a:solidFill>
                  <a:srgbClr val="FFFFFF"/>
                </a:solidFill>
                <a:latin typeface="Arial" panose="020B0604020202020204" pitchFamily="34" charset="0"/>
                <a:ea typeface="宋体" panose="02010600030101010101" pitchFamily="2" charset="-122"/>
              </a:rPr>
              <a:t>，单击“确定”按钮，打开命令提示符窗口。将命令提示符的当前路径切换到</a:t>
            </a:r>
            <a:r>
              <a:rPr lang="en-US" altLang="zh-CN" b="1">
                <a:solidFill>
                  <a:srgbClr val="FFFFFF"/>
                </a:solidFill>
                <a:latin typeface="Arial" panose="020B0604020202020204" pitchFamily="34" charset="0"/>
                <a:ea typeface="宋体" panose="02010600030101010101" pitchFamily="2" charset="-122"/>
              </a:rPr>
              <a:t>Java</a:t>
            </a:r>
            <a:r>
              <a:rPr lang="zh-CN" altLang="en-US" b="1">
                <a:solidFill>
                  <a:srgbClr val="FFFFFF"/>
                </a:solidFill>
                <a:latin typeface="Arial" panose="020B0604020202020204" pitchFamily="34" charset="0"/>
                <a:ea typeface="宋体" panose="02010600030101010101" pitchFamily="2" charset="-122"/>
              </a:rPr>
              <a:t>源程序文件所在的目录，如</a:t>
            </a:r>
            <a:r>
              <a:rPr lang="en-US" altLang="zh-CN" b="1">
                <a:solidFill>
                  <a:srgbClr val="FFFFFF"/>
                </a:solidFill>
                <a:latin typeface="Arial" panose="020B0604020202020204" pitchFamily="34" charset="0"/>
                <a:ea typeface="宋体" panose="02010600030101010101" pitchFamily="2" charset="-122"/>
              </a:rPr>
              <a:t>D:\project</a:t>
            </a:r>
            <a:r>
              <a:rPr lang="zh-CN" altLang="en-US" b="1">
                <a:solidFill>
                  <a:srgbClr val="FFFFFF"/>
                </a:solidFill>
                <a:latin typeface="Arial" panose="020B0604020202020204" pitchFamily="34" charset="0"/>
                <a:ea typeface="宋体" panose="02010600030101010101" pitchFamily="2" charset="-122"/>
              </a:rPr>
              <a:t>，然后输入以下命令完成对</a:t>
            </a:r>
            <a:r>
              <a:rPr lang="en-US" altLang="zh-CN" b="1">
                <a:solidFill>
                  <a:srgbClr val="FFFFFF"/>
                </a:solidFill>
                <a:latin typeface="Arial" panose="020B0604020202020204" pitchFamily="34" charset="0"/>
                <a:ea typeface="宋体" panose="02010600030101010101" pitchFamily="2" charset="-122"/>
              </a:rPr>
              <a:t>HelloWorld.java</a:t>
            </a:r>
            <a:r>
              <a:rPr lang="zh-CN" altLang="en-US" b="1">
                <a:solidFill>
                  <a:srgbClr val="FFFFFF"/>
                </a:solidFill>
                <a:latin typeface="Arial" panose="020B0604020202020204" pitchFamily="34" charset="0"/>
                <a:ea typeface="宋体" panose="02010600030101010101" pitchFamily="2" charset="-122"/>
              </a:rPr>
              <a:t>的编译：</a:t>
            </a:r>
            <a:endParaRPr lang="zh-CN" altLang="en-US" b="1">
              <a:solidFill>
                <a:srgbClr val="FFFFFF"/>
              </a:solidFill>
              <a:latin typeface="Arial" panose="020B0604020202020204" pitchFamily="34" charset="0"/>
              <a:ea typeface="宋体" panose="02010600030101010101" pitchFamily="2" charset="-122"/>
            </a:endParaRPr>
          </a:p>
          <a:p>
            <a:pPr marL="120650" lvl="0" indent="-120650" eaLnBrk="1" hangingPunct="1">
              <a:lnSpc>
                <a:spcPct val="90000"/>
              </a:lnSpc>
              <a:spcBef>
                <a:spcPct val="50000"/>
              </a:spcBef>
              <a:buClrTx/>
              <a:buSzTx/>
              <a:buFontTx/>
              <a:buNone/>
            </a:pPr>
            <a:r>
              <a:rPr lang="en-US" altLang="zh-CN" b="1">
                <a:solidFill>
                  <a:srgbClr val="FFFFFF"/>
                </a:solidFill>
                <a:latin typeface="Arial" panose="020B0604020202020204" pitchFamily="34" charset="0"/>
                <a:ea typeface="宋体" panose="02010600030101010101" pitchFamily="2" charset="-122"/>
              </a:rPr>
              <a:t>       javac HelloWorld.java</a:t>
            </a:r>
            <a:endParaRPr lang="en-US" altLang="zh-CN" b="1">
              <a:solidFill>
                <a:srgbClr val="FFFFFF"/>
              </a:solidFill>
              <a:latin typeface="Arial" panose="020B0604020202020204" pitchFamily="34" charset="0"/>
              <a:ea typeface="宋体" panose="02010600030101010101" pitchFamily="2" charset="-122"/>
            </a:endParaRPr>
          </a:p>
        </p:txBody>
      </p:sp>
    </p:spTree>
  </p:cSld>
  <p:clrMapOvr>
    <a:masterClrMapping/>
  </p:clrMapOvr>
  <p:transition>
    <p:random/>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4000" b="1" spc="0">
                <a:effectLst>
                  <a:outerShdw blurRad="38100" dist="38100" dir="2700000" algn="tl">
                    <a:schemeClr val="bg2"/>
                  </a:outerShdw>
                </a:effectLst>
              </a:rPr>
              <a:t>1.3.3  </a:t>
            </a:r>
            <a:r>
              <a:rPr lang="zh-CN" altLang="en-US" sz="4000" b="1" spc="0">
                <a:effectLst>
                  <a:outerShdw blurRad="38100" dist="38100" dir="2700000" algn="tl">
                    <a:schemeClr val="bg2"/>
                  </a:outerShdw>
                </a:effectLst>
              </a:rPr>
              <a:t>运行程序</a:t>
            </a:r>
            <a:endParaRPr lang="zh-CN" altLang="en-US" b="1">
              <a:effectLst>
                <a:outerShdw blurRad="38100" dist="38100" dir="2700000" algn="tl">
                  <a:schemeClr val="bg2"/>
                </a:outerShdw>
              </a:effectLst>
            </a:endParaRPr>
          </a:p>
        </p:txBody>
      </p:sp>
      <p:pic>
        <p:nvPicPr>
          <p:cNvPr id="110595" name="Picture 2"/>
          <p:cNvPicPr>
            <a:picLocks noChangeAspect="1"/>
          </p:cNvPicPr>
          <p:nvPr/>
        </p:nvPicPr>
        <p:blipFill>
          <a:blip r:embed="rId1"/>
          <a:stretch>
            <a:fillRect/>
          </a:stretch>
        </p:blipFill>
        <p:spPr>
          <a:xfrm>
            <a:off x="2268538" y="2636838"/>
            <a:ext cx="5257800" cy="2859087"/>
          </a:xfrm>
          <a:prstGeom prst="rect">
            <a:avLst/>
          </a:prstGeom>
          <a:noFill/>
          <a:ln>
            <a:noFill/>
            <a:miter lim="800000"/>
            <a:headEnd/>
            <a:tailEnd/>
          </a:ln>
        </p:spPr>
      </p:pic>
      <p:grpSp>
        <p:nvGrpSpPr>
          <p:cNvPr id="110596" name="Group 4"/>
          <p:cNvGrpSpPr/>
          <p:nvPr/>
        </p:nvGrpSpPr>
        <p:grpSpPr>
          <a:xfrm>
            <a:off x="611188" y="1196975"/>
            <a:ext cx="7848600" cy="1368425"/>
            <a:chOff x="0" y="0"/>
            <a:chExt cx="1489" cy="1584"/>
          </a:xfrm>
        </p:grpSpPr>
        <p:sp>
          <p:nvSpPr>
            <p:cNvPr id="110599" name="AutoShape 10"/>
            <p:cNvSpPr/>
            <p:nvPr/>
          </p:nvSpPr>
          <p:spPr>
            <a:xfrm>
              <a:off x="2" y="0"/>
              <a:ext cx="1487" cy="1584"/>
            </a:xfrm>
            <a:prstGeom prst="roundRect">
              <a:avLst>
                <a:gd name="adj" fmla="val 12574"/>
              </a:avLst>
            </a:prstGeom>
            <a:solidFill>
              <a:schemeClr val="accent1"/>
            </a:soli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10600" name="AutoShape 11"/>
            <p:cNvSpPr/>
            <p:nvPr/>
          </p:nvSpPr>
          <p:spPr>
            <a:xfrm>
              <a:off x="0" y="1172"/>
              <a:ext cx="1488" cy="404"/>
            </a:xfrm>
            <a:prstGeom prst="roundRect">
              <a:avLst>
                <a:gd name="adj" fmla="val 49755"/>
              </a:avLst>
            </a:prstGeom>
            <a:gradFill rotWithShape="1">
              <a:gsLst>
                <a:gs pos="0">
                  <a:schemeClr val="accent1">
                    <a:alpha val="0"/>
                  </a:schemeClr>
                </a:gs>
                <a:gs pos="100000">
                  <a:srgbClr val="ABEAEA"/>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10601" name="AutoShape 12"/>
            <p:cNvSpPr/>
            <p:nvPr/>
          </p:nvSpPr>
          <p:spPr>
            <a:xfrm>
              <a:off x="20" y="6"/>
              <a:ext cx="1463" cy="404"/>
            </a:xfrm>
            <a:prstGeom prst="roundRect">
              <a:avLst>
                <a:gd name="adj" fmla="val 38727"/>
              </a:avLst>
            </a:prstGeom>
            <a:gradFill rotWithShape="1">
              <a:gsLst>
                <a:gs pos="0">
                  <a:srgbClr val="BBEEEE"/>
                </a:gs>
                <a:gs pos="100000">
                  <a:schemeClr val="accent1">
                    <a:alpha val="0"/>
                  </a:schemeClr>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10597" name="Text Box 13"/>
          <p:cNvSpPr/>
          <p:nvPr/>
        </p:nvSpPr>
        <p:spPr>
          <a:xfrm>
            <a:off x="755650" y="1341438"/>
            <a:ext cx="7488238" cy="1068387"/>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120650" lvl="0" indent="-120650" eaLnBrk="1" hangingPunct="1">
              <a:lnSpc>
                <a:spcPct val="90000"/>
              </a:lnSpc>
              <a:spcBef>
                <a:spcPct val="50000"/>
              </a:spcBef>
              <a:buClrTx/>
              <a:buSzTx/>
              <a:buFontTx/>
              <a:buNone/>
            </a:pPr>
            <a:r>
              <a:rPr lang="zh-CN" altLang="en-US" b="1">
                <a:solidFill>
                  <a:srgbClr val="FFFFFF"/>
                </a:solidFill>
                <a:latin typeface="Arial" panose="020B0604020202020204" pitchFamily="34" charset="0"/>
                <a:ea typeface="宋体" panose="02010600030101010101" pitchFamily="2" charset="-122"/>
              </a:rPr>
              <a:t>       使用</a:t>
            </a:r>
            <a:r>
              <a:rPr lang="en-US" altLang="zh-CN" b="1">
                <a:solidFill>
                  <a:srgbClr val="FFFFFF"/>
                </a:solidFill>
                <a:latin typeface="Arial" panose="020B0604020202020204" pitchFamily="34" charset="0"/>
                <a:ea typeface="宋体" panose="02010600030101010101" pitchFamily="2" charset="-122"/>
              </a:rPr>
              <a:t>JDK</a:t>
            </a:r>
            <a:r>
              <a:rPr lang="zh-CN" altLang="en-US" b="1">
                <a:solidFill>
                  <a:srgbClr val="FFFFFF"/>
                </a:solidFill>
                <a:latin typeface="Arial" panose="020B0604020202020204" pitchFamily="34" charset="0"/>
                <a:ea typeface="宋体" panose="02010600030101010101" pitchFamily="2" charset="-122"/>
              </a:rPr>
              <a:t>的解释器</a:t>
            </a:r>
            <a:r>
              <a:rPr lang="en-US" altLang="zh-CN" b="1">
                <a:solidFill>
                  <a:srgbClr val="FFFFFF"/>
                </a:solidFill>
                <a:latin typeface="Arial" panose="020B0604020202020204" pitchFamily="34" charset="0"/>
                <a:ea typeface="宋体" panose="02010600030101010101" pitchFamily="2" charset="-122"/>
              </a:rPr>
              <a:t>java.exe</a:t>
            </a:r>
            <a:r>
              <a:rPr lang="zh-CN" altLang="en-US" b="1">
                <a:solidFill>
                  <a:srgbClr val="FFFFFF"/>
                </a:solidFill>
                <a:latin typeface="Arial" panose="020B0604020202020204" pitchFamily="34" charset="0"/>
                <a:ea typeface="宋体" panose="02010600030101010101" pitchFamily="2" charset="-122"/>
              </a:rPr>
              <a:t>就可以对编译后得到的字节码文件进行解释执行了，在命令提示符后输入下面的语句：</a:t>
            </a:r>
            <a:endParaRPr lang="zh-CN" altLang="en-US" b="1">
              <a:solidFill>
                <a:srgbClr val="FFFFFF"/>
              </a:solidFill>
              <a:latin typeface="Arial" panose="020B0604020202020204" pitchFamily="34" charset="0"/>
              <a:ea typeface="宋体" panose="02010600030101010101" pitchFamily="2" charset="-122"/>
            </a:endParaRPr>
          </a:p>
          <a:p>
            <a:pPr marL="120650" lvl="0" indent="-120650" eaLnBrk="1" hangingPunct="1">
              <a:lnSpc>
                <a:spcPct val="90000"/>
              </a:lnSpc>
              <a:spcBef>
                <a:spcPct val="50000"/>
              </a:spcBef>
              <a:buClrTx/>
              <a:buSzTx/>
              <a:buFontTx/>
              <a:buNone/>
            </a:pPr>
            <a:r>
              <a:rPr lang="en-US" altLang="zh-CN" b="1">
                <a:solidFill>
                  <a:srgbClr val="FFFFFF"/>
                </a:solidFill>
                <a:latin typeface="Arial" panose="020B0604020202020204" pitchFamily="34" charset="0"/>
                <a:ea typeface="宋体" panose="02010600030101010101" pitchFamily="2" charset="-122"/>
              </a:rPr>
              <a:t>    java HelloWorld</a:t>
            </a:r>
            <a:endParaRPr lang="en-US" altLang="zh-CN" b="1">
              <a:solidFill>
                <a:srgbClr val="FFFFFF"/>
              </a:solidFill>
              <a:latin typeface="Arial" panose="020B0604020202020204" pitchFamily="34" charset="0"/>
              <a:ea typeface="宋体" panose="02010600030101010101" pitchFamily="2" charset="-122"/>
            </a:endParaRPr>
          </a:p>
        </p:txBody>
      </p:sp>
      <p:sp>
        <p:nvSpPr>
          <p:cNvPr id="110598" name="WordArt 12"/>
          <p:cNvSpPr>
            <a:spLocks noTextEdit="1"/>
          </p:cNvSpPr>
          <p:nvPr/>
        </p:nvSpPr>
        <p:spPr>
          <a:xfrm>
            <a:off x="3635375" y="5661025"/>
            <a:ext cx="2592388" cy="312738"/>
          </a:xfrm>
          <a:solidFill>
            <a:srgbClr val="336699"/>
          </a:solidFill>
          <a:ln>
            <a:noFill/>
            <a:miter lim="800000"/>
          </a:ln>
          <a:effectLst>
            <a:outerShdw dist="45791" dir="2021404" algn="ctr">
              <a:srgbClr val="B2B2B2">
                <a:alpha val="78998"/>
              </a:srgbClr>
            </a:outerShdw>
          </a:effectLst>
        </p:spPr>
        <p:txBody>
          <a:bodyPr wrap="none" fromWordArt="1">
            <a:prstTxWarp prst="textPlain">
              <a:avLst/>
            </a:prstTxWarp>
            <a:noAutofit/>
          </a:bodyPr>
          <a:lstStyle/>
          <a:p>
            <a:pPr algn="ctr"/>
            <a:r>
              <a:rPr sz="3600" kern="10">
                <a:ln>
                  <a:noFill/>
                </a:ln>
                <a:solidFill>
                  <a:srgbClr val="336699"/>
                </a:solidFill>
                <a:effectLst>
                  <a:outerShdw dist="45791" dir="2021404" algn="ctr">
                    <a:srgbClr val="B2B2B2">
                      <a:alpha val="78998"/>
                    </a:srgbClr>
                  </a:outerShdw>
                </a:effectLst>
                <a:latin typeface="宋体" panose="02010600030101010101" pitchFamily="2" charset="-122"/>
              </a:rPr>
              <a:t>程序运行结果</a:t>
            </a:r>
            <a:endParaRPr sz="3600" kern="10">
              <a:ln>
                <a:noFill/>
              </a:ln>
              <a:solidFill>
                <a:srgbClr val="336699"/>
              </a:solidFill>
              <a:effectLst>
                <a:outerShdw dist="45791" dir="2021404" algn="ctr">
                  <a:srgbClr val="B2B2B2">
                    <a:alpha val="78998"/>
                  </a:srgbClr>
                </a:outerShdw>
              </a:effectLst>
              <a:latin typeface="宋体" panose="02010600030101010101"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10595"/>
                                        </p:tgtEl>
                                        <p:attrNameLst>
                                          <p:attrName>style.visibility</p:attrName>
                                        </p:attrNameLst>
                                      </p:cBhvr>
                                      <p:to>
                                        <p:strVal val="visible"/>
                                      </p:to>
                                    </p:set>
                                    <p:animEffect transition="in" filter="blinds(horizontal)">
                                      <p:cBhvr>
                                        <p:cTn id="7" dur="500" fill="hold"/>
                                        <p:tgtEl>
                                          <p:spTgt spid="110595"/>
                                        </p:tgtEl>
                                      </p:cBhvr>
                                    </p:animEffect>
                                  </p:childTnLst>
                                </p:cTn>
                              </p:par>
                              <p:par>
                                <p:cTn id="8" presetID="10" presetClass="entr" presetSubtype="0" fill="hold" nodeType="withEffect">
                                  <p:stCondLst>
                                    <p:cond delay="0"/>
                                  </p:stCondLst>
                                  <p:childTnLst>
                                    <p:set>
                                      <p:cBhvr>
                                        <p:cTn id="9" dur="1" fill="hold">
                                          <p:stCondLst>
                                            <p:cond delay="0"/>
                                          </p:stCondLst>
                                        </p:cTn>
                                        <p:tgtEl>
                                          <p:spTgt spid="110598"/>
                                        </p:tgtEl>
                                        <p:attrNameLst>
                                          <p:attrName>style.visibility</p:attrName>
                                        </p:attrNameLst>
                                      </p:cBhvr>
                                      <p:to>
                                        <p:strVal val="visible"/>
                                      </p:to>
                                    </p:set>
                                    <p:animEffect transition="in" filter="blinds(horizontal)">
                                      <p:cBhvr>
                                        <p:cTn id="10" dur="500" fill="hold"/>
                                        <p:tgtEl>
                                          <p:spTgt spid="1105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4000" b="1" spc="0">
                <a:effectLst>
                  <a:outerShdw blurRad="38100" dist="38100" dir="2700000" algn="tl">
                    <a:schemeClr val="bg2"/>
                  </a:outerShdw>
                </a:effectLst>
              </a:rPr>
              <a:t>1.4  </a:t>
            </a:r>
            <a:r>
              <a:rPr lang="zh-CN" altLang="en-US" sz="4000" b="1" spc="0">
                <a:effectLst>
                  <a:outerShdw blurRad="38100" dist="38100" dir="2700000" algn="tl">
                    <a:schemeClr val="bg2"/>
                  </a:outerShdw>
                </a:effectLst>
              </a:rPr>
              <a:t>训练与实战</a:t>
            </a:r>
            <a:endParaRPr lang="zh-CN" altLang="en-US" b="1">
              <a:effectLst>
                <a:outerShdw blurRad="38100" dist="38100" dir="2700000" algn="tl">
                  <a:schemeClr val="bg2"/>
                </a:outerShdw>
              </a:effectLst>
            </a:endParaRPr>
          </a:p>
        </p:txBody>
      </p:sp>
      <p:sp>
        <p:nvSpPr>
          <p:cNvPr id="111619" name="内容占位符 2"/>
          <p:cNvSpPr>
            <a:spLocks noGrp="1"/>
          </p:cNvSpPr>
          <p:nvPr>
            <p:ph idx="1"/>
          </p:nvPr>
        </p:nvSpPr>
        <p:spPr>
          <a:xfrm>
            <a:off x="468313" y="2492375"/>
            <a:ext cx="8229600" cy="504825"/>
          </a:xfrm>
          <a:noFill/>
          <a:ln>
            <a:miter lim="800000"/>
          </a:ln>
        </p:spPr>
        <p:txBody>
          <a:bodyPr vert="horz" wrap="square" lIns="91440" tIns="45720" rIns="91440" bIns="45720" anchor="t"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eaLnBrk="1" hangingPunct="1">
              <a:buNone/>
            </a:pPr>
            <a:r>
              <a:rPr lang="zh-CN" altLang="zh-CN"/>
              <a:t>编写一个简单的应用程序，实现将两个字符串参数交换次序后输出。</a:t>
            </a:r>
            <a:endParaRPr lang="zh-CN" altLang="zh-CN"/>
          </a:p>
        </p:txBody>
      </p:sp>
      <p:grpSp>
        <p:nvGrpSpPr>
          <p:cNvPr id="111620" name="Group 4"/>
          <p:cNvGrpSpPr/>
          <p:nvPr/>
        </p:nvGrpSpPr>
        <p:grpSpPr>
          <a:xfrm>
            <a:off x="0" y="1052513"/>
            <a:ext cx="5292725" cy="457200"/>
            <a:chOff x="0" y="0"/>
            <a:chExt cx="2946" cy="516"/>
          </a:xfrm>
        </p:grpSpPr>
        <p:sp>
          <p:nvSpPr>
            <p:cNvPr id="111635" name="Rectangle 12"/>
            <p:cNvSpPr/>
            <p:nvPr/>
          </p:nvSpPr>
          <p:spPr>
            <a:xfrm>
              <a:off x="43" y="470"/>
              <a:ext cx="2902" cy="46"/>
            </a:xfrm>
            <a:prstGeom prst="rect">
              <a:avLst/>
            </a:prstGeom>
            <a:solidFill>
              <a:srgbClr val="000000">
                <a:alpha val="54901"/>
              </a:srgbClr>
            </a:solid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11636" name="Rectangle 13"/>
            <p:cNvSpPr/>
            <p:nvPr/>
          </p:nvSpPr>
          <p:spPr>
            <a:xfrm>
              <a:off x="2899" y="17"/>
              <a:ext cx="47" cy="453"/>
            </a:xfrm>
            <a:prstGeom prst="rect">
              <a:avLst/>
            </a:prstGeom>
            <a:solidFill>
              <a:srgbClr val="000000">
                <a:alpha val="54901"/>
              </a:srgbClr>
            </a:solid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11637" name="Rectangle 14" descr="窄横线"/>
            <p:cNvSpPr/>
            <p:nvPr/>
          </p:nvSpPr>
          <p:spPr>
            <a:xfrm>
              <a:off x="0" y="0"/>
              <a:ext cx="2903" cy="476"/>
            </a:xfrm>
            <a:prstGeom prst="rect">
              <a:avLst/>
            </a:prstGeom>
            <a:blipFill rotWithShape="0">
              <a:blip r:embed="rId1"/>
              <a:tile tx="0" ty="0" sx="100000" sy="100000" flip="none" algn="tl"/>
            </a:blipFill>
            <a:ln w="12700">
              <a:solidFill>
                <a:srgbClr val="FFFFFF"/>
              </a:solidFill>
              <a:miter lim="800000"/>
            </a:ln>
          </p:spPr>
          <p:txBody>
            <a:bodyPr lIns="0" tIns="0" rIns="0" bIns="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342900" lvl="0" indent="-342900" algn="ctr" eaLnBrk="1" hangingPunct="1">
                <a:buClrTx/>
                <a:buSzTx/>
                <a:buFontTx/>
                <a:buNone/>
              </a:pPr>
              <a:r>
                <a:rPr lang="en-US" altLang="zh-CN" sz="2400" b="1">
                  <a:solidFill>
                    <a:schemeClr val="tx2"/>
                  </a:solidFill>
                  <a:ea typeface="隶书" pitchFamily="49" charset="-122"/>
                </a:rPr>
                <a:t>1.4.1  </a:t>
              </a:r>
              <a:r>
                <a:rPr lang="zh-CN" altLang="en-US" sz="2400" b="1">
                  <a:solidFill>
                    <a:schemeClr val="tx2"/>
                  </a:solidFill>
                  <a:ea typeface="隶书" pitchFamily="49" charset="-122"/>
                </a:rPr>
                <a:t>带命令行输入参数的</a:t>
              </a:r>
              <a:r>
                <a:rPr lang="en-US" altLang="zh-CN" sz="2400" b="1">
                  <a:solidFill>
                    <a:schemeClr val="tx2"/>
                  </a:solidFill>
                  <a:ea typeface="隶书" pitchFamily="49" charset="-122"/>
                </a:rPr>
                <a:t>Java</a:t>
              </a:r>
              <a:r>
                <a:rPr lang="zh-CN" altLang="en-US" sz="2400" b="1">
                  <a:solidFill>
                    <a:schemeClr val="tx2"/>
                  </a:solidFill>
                  <a:ea typeface="隶书" pitchFamily="49" charset="-122"/>
                </a:rPr>
                <a:t>程序</a:t>
              </a:r>
              <a:endParaRPr lang="zh-CN" altLang="en-US" sz="2400" b="1">
                <a:solidFill>
                  <a:schemeClr val="tx2"/>
                </a:solidFill>
                <a:ea typeface="隶书" pitchFamily="49" charset="-122"/>
              </a:endParaRPr>
            </a:p>
          </p:txBody>
        </p:sp>
      </p:grpSp>
      <p:sp>
        <p:nvSpPr>
          <p:cNvPr id="111621" name="AutoShape 23"/>
          <p:cNvSpPr/>
          <p:nvPr/>
        </p:nvSpPr>
        <p:spPr>
          <a:xfrm>
            <a:off x="666750" y="1701800"/>
            <a:ext cx="3240088" cy="592138"/>
          </a:xfrm>
          <a:prstGeom prst="roundRect">
            <a:avLst>
              <a:gd name="adj" fmla="val 50000"/>
            </a:avLst>
          </a:prstGeom>
          <a:gradFill rotWithShape="1">
            <a:gsLst>
              <a:gs pos="0">
                <a:srgbClr val="333399"/>
              </a:gs>
              <a:gs pos="100000">
                <a:srgbClr val="BBE0E3"/>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11622" name="Group 9"/>
          <p:cNvGrpSpPr/>
          <p:nvPr/>
        </p:nvGrpSpPr>
        <p:grpSpPr>
          <a:xfrm>
            <a:off x="336550" y="1608138"/>
            <a:ext cx="812800" cy="812800"/>
            <a:chOff x="0" y="0"/>
            <a:chExt cx="512" cy="512"/>
          </a:xfrm>
        </p:grpSpPr>
        <p:sp>
          <p:nvSpPr>
            <p:cNvPr id="111633" name="AutoShape 25"/>
            <p:cNvSpPr/>
            <p:nvPr/>
          </p:nvSpPr>
          <p:spPr bwMode="auto">
            <a:xfrm>
              <a:off x="0" y="0"/>
              <a:ext cx="512" cy="512"/>
            </a:xfrm>
            <a:custGeom>
              <a:avLst/>
              <a:gdLst>
                <a:gd name="GT0" fmla="*/ 3164 w 21600"/>
                <a:gd name="GT1" fmla="+- l GT0 0"/>
                <a:gd name="GT2" fmla="*/ 3164 h 21600"/>
                <a:gd name="GT3" fmla="+- t GT2 0"/>
                <a:gd name="GT4" fmla="*/ 18436 w 21600"/>
                <a:gd name="GT5" fmla="+- l GT4 0"/>
                <a:gd name="GT6" fmla="*/ 18436 h 21600"/>
                <a:gd name="GT7" fmla="+- t GT6 0"/>
              </a:gdLst>
              <a:ahLst/>
              <a:cxnLst>
                <a:cxn ang="0">
                  <a:pos x="0" y="256"/>
                </a:cxn>
                <a:cxn ang="0">
                  <a:pos x="256" y="0"/>
                </a:cxn>
                <a:cxn ang="0">
                  <a:pos x="512" y="256"/>
                </a:cxn>
                <a:cxn ang="0">
                  <a:pos x="256" y="512"/>
                </a:cxn>
                <a:cxn ang="0">
                  <a:pos x="0" y="256"/>
                </a:cxn>
                <a:cxn ang="0">
                  <a:pos x="128" y="256"/>
                </a:cxn>
                <a:cxn ang="0">
                  <a:pos x="256" y="384"/>
                </a:cxn>
                <a:cxn ang="0">
                  <a:pos x="384" y="256"/>
                </a:cxn>
                <a:cxn ang="0">
                  <a:pos x="256" y="128"/>
                </a:cxn>
                <a:cxn ang="0">
                  <a:pos x="128" y="256"/>
                </a:cxn>
              </a:cxnLst>
              <a:rect l="GT1" t="GT3" r="GT5" b="GT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adFill rotWithShape="1">
              <a:gsLst>
                <a:gs pos="0">
                  <a:srgbClr val="333399"/>
                </a:gs>
                <a:gs pos="100000">
                  <a:srgbClr val="FFFFFF"/>
                </a:gs>
              </a:gsLst>
              <a:path path="rect">
                <a:fillToRect l="100000" t="100000"/>
              </a:path>
            </a:gradFill>
            <a:ln w="9525">
              <a:noFill/>
              <a:round/>
            </a:ln>
            <a:effectLst>
              <a:outerShdw dist="25400" algn="ctr">
                <a:schemeClr val="bg2"/>
              </a:outerShdw>
            </a:effectLst>
          </p:spPr>
          <p:txBody>
            <a:bodyPr/>
            <a:lstStyle/>
            <a:p/>
          </p:txBody>
        </p:sp>
        <p:sp>
          <p:nvSpPr>
            <p:cNvPr id="111634" name="Oval 26"/>
            <p:cNvSpPr/>
            <p:nvPr/>
          </p:nvSpPr>
          <p:spPr>
            <a:xfrm>
              <a:off x="80" y="77"/>
              <a:ext cx="355" cy="355"/>
            </a:xfrm>
            <a:prstGeom prst="ellipse">
              <a:avLst/>
            </a:prstGeom>
            <a:gradFill rotWithShape="1">
              <a:gsLst>
                <a:gs pos="0">
                  <a:srgbClr val="BBE0E3"/>
                </a:gs>
                <a:gs pos="100000">
                  <a:srgbClr val="576869"/>
                </a:gs>
              </a:gsLst>
              <a:path path="rect">
                <a:fillToRect r="100000" b="100000"/>
              </a:path>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11623" name="Rectangle 27"/>
          <p:cNvSpPr/>
          <p:nvPr/>
        </p:nvSpPr>
        <p:spPr>
          <a:xfrm>
            <a:off x="1162050" y="1684338"/>
            <a:ext cx="2528888" cy="6096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sz="2400" b="1">
                <a:solidFill>
                  <a:srgbClr val="FFFFFF"/>
                </a:solidFill>
                <a:latin typeface="Arial" panose="020B0604020202020204" pitchFamily="34" charset="0"/>
                <a:ea typeface="Gulim" panose="020B0600000101010101" pitchFamily="2" charset="-127"/>
              </a:rPr>
              <a:t>训练内容</a:t>
            </a:r>
            <a:endParaRPr lang="zh-CN" altLang="en-US" sz="2400" b="1">
              <a:solidFill>
                <a:srgbClr val="FFFFFF"/>
              </a:solidFill>
              <a:latin typeface="Arial" panose="020B0604020202020204" pitchFamily="34" charset="0"/>
              <a:ea typeface="Gulim" panose="020B0600000101010101" pitchFamily="2" charset="-127"/>
            </a:endParaRPr>
          </a:p>
        </p:txBody>
      </p:sp>
      <p:sp>
        <p:nvSpPr>
          <p:cNvPr id="111624" name="Rectangle 28"/>
          <p:cNvSpPr/>
          <p:nvPr/>
        </p:nvSpPr>
        <p:spPr>
          <a:xfrm>
            <a:off x="539750" y="1773238"/>
            <a:ext cx="369888" cy="4445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en-US" altLang="zh-CN" sz="2400" b="1">
              <a:solidFill>
                <a:srgbClr val="FFFFFF"/>
              </a:solidFill>
              <a:latin typeface="Arial" panose="020B0604020202020204" pitchFamily="34" charset="0"/>
              <a:ea typeface="Gulim" panose="020B0600000101010101" pitchFamily="2" charset="-127"/>
            </a:endParaRPr>
          </a:p>
        </p:txBody>
      </p:sp>
      <p:sp>
        <p:nvSpPr>
          <p:cNvPr id="111625" name="AutoShape 23"/>
          <p:cNvSpPr/>
          <p:nvPr/>
        </p:nvSpPr>
        <p:spPr>
          <a:xfrm>
            <a:off x="738188" y="3141663"/>
            <a:ext cx="3240087" cy="592137"/>
          </a:xfrm>
          <a:prstGeom prst="roundRect">
            <a:avLst>
              <a:gd name="adj" fmla="val 50000"/>
            </a:avLst>
          </a:prstGeom>
          <a:gradFill rotWithShape="1">
            <a:gsLst>
              <a:gs pos="0">
                <a:srgbClr val="333399"/>
              </a:gs>
              <a:gs pos="100000">
                <a:srgbClr val="BBE0E3"/>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11626" name="Group 15"/>
          <p:cNvGrpSpPr/>
          <p:nvPr/>
        </p:nvGrpSpPr>
        <p:grpSpPr>
          <a:xfrm>
            <a:off x="407988" y="3048000"/>
            <a:ext cx="812800" cy="812800"/>
            <a:chOff x="0" y="0"/>
            <a:chExt cx="512" cy="512"/>
          </a:xfrm>
        </p:grpSpPr>
        <p:sp>
          <p:nvSpPr>
            <p:cNvPr id="111631" name="AutoShape 25"/>
            <p:cNvSpPr/>
            <p:nvPr/>
          </p:nvSpPr>
          <p:spPr bwMode="auto">
            <a:xfrm>
              <a:off x="0" y="0"/>
              <a:ext cx="512" cy="512"/>
            </a:xfrm>
            <a:custGeom>
              <a:avLst/>
              <a:gdLst>
                <a:gd name="GT0" fmla="*/ 3164 w 21600"/>
                <a:gd name="GT1" fmla="+- l GT0 0"/>
                <a:gd name="GT2" fmla="*/ 3164 h 21600"/>
                <a:gd name="GT3" fmla="+- t GT2 0"/>
                <a:gd name="GT4" fmla="*/ 18436 w 21600"/>
                <a:gd name="GT5" fmla="+- l GT4 0"/>
                <a:gd name="GT6" fmla="*/ 18436 h 21600"/>
                <a:gd name="GT7" fmla="+- t GT6 0"/>
              </a:gdLst>
              <a:ahLst/>
              <a:cxnLst>
                <a:cxn ang="0">
                  <a:pos x="0" y="256"/>
                </a:cxn>
                <a:cxn ang="0">
                  <a:pos x="256" y="0"/>
                </a:cxn>
                <a:cxn ang="0">
                  <a:pos x="512" y="256"/>
                </a:cxn>
                <a:cxn ang="0">
                  <a:pos x="256" y="512"/>
                </a:cxn>
                <a:cxn ang="0">
                  <a:pos x="0" y="256"/>
                </a:cxn>
                <a:cxn ang="0">
                  <a:pos x="128" y="256"/>
                </a:cxn>
                <a:cxn ang="0">
                  <a:pos x="256" y="384"/>
                </a:cxn>
                <a:cxn ang="0">
                  <a:pos x="384" y="256"/>
                </a:cxn>
                <a:cxn ang="0">
                  <a:pos x="256" y="128"/>
                </a:cxn>
                <a:cxn ang="0">
                  <a:pos x="128" y="256"/>
                </a:cxn>
              </a:cxnLst>
              <a:rect l="GT1" t="GT3" r="GT5" b="GT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adFill rotWithShape="1">
              <a:gsLst>
                <a:gs pos="0">
                  <a:srgbClr val="333399"/>
                </a:gs>
                <a:gs pos="100000">
                  <a:srgbClr val="FFFFFF"/>
                </a:gs>
              </a:gsLst>
              <a:path path="rect">
                <a:fillToRect l="100000" t="100000"/>
              </a:path>
            </a:gradFill>
            <a:ln w="9525">
              <a:noFill/>
              <a:round/>
            </a:ln>
            <a:effectLst>
              <a:outerShdw dist="25400" algn="ctr">
                <a:schemeClr val="bg2"/>
              </a:outerShdw>
            </a:effectLst>
          </p:spPr>
          <p:txBody>
            <a:bodyPr/>
            <a:lstStyle/>
            <a:p/>
          </p:txBody>
        </p:sp>
        <p:sp>
          <p:nvSpPr>
            <p:cNvPr id="111632" name="Oval 26"/>
            <p:cNvSpPr/>
            <p:nvPr/>
          </p:nvSpPr>
          <p:spPr>
            <a:xfrm>
              <a:off x="80" y="77"/>
              <a:ext cx="355" cy="355"/>
            </a:xfrm>
            <a:prstGeom prst="ellipse">
              <a:avLst/>
            </a:prstGeom>
            <a:gradFill rotWithShape="1">
              <a:gsLst>
                <a:gs pos="0">
                  <a:srgbClr val="BBE0E3"/>
                </a:gs>
                <a:gs pos="100000">
                  <a:srgbClr val="576869"/>
                </a:gs>
              </a:gsLst>
              <a:path path="rect">
                <a:fillToRect r="100000" b="100000"/>
              </a:path>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11627" name="Rectangle 27"/>
          <p:cNvSpPr/>
          <p:nvPr/>
        </p:nvSpPr>
        <p:spPr>
          <a:xfrm>
            <a:off x="1233488" y="3124200"/>
            <a:ext cx="2528887" cy="6096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sz="2400" b="1">
                <a:solidFill>
                  <a:srgbClr val="FFFFFF"/>
                </a:solidFill>
                <a:latin typeface="Arial" panose="020B0604020202020204" pitchFamily="34" charset="0"/>
                <a:ea typeface="Gulim" panose="020B0600000101010101" pitchFamily="2" charset="-127"/>
              </a:rPr>
              <a:t>训练过程</a:t>
            </a:r>
            <a:endParaRPr lang="zh-CN" altLang="en-US" sz="2400" b="1">
              <a:solidFill>
                <a:srgbClr val="FFFFFF"/>
              </a:solidFill>
              <a:latin typeface="Arial" panose="020B0604020202020204" pitchFamily="34" charset="0"/>
              <a:ea typeface="Gulim" panose="020B0600000101010101" pitchFamily="2" charset="-127"/>
            </a:endParaRPr>
          </a:p>
        </p:txBody>
      </p:sp>
      <p:sp>
        <p:nvSpPr>
          <p:cNvPr id="111628" name="Rectangle 28"/>
          <p:cNvSpPr/>
          <p:nvPr/>
        </p:nvSpPr>
        <p:spPr>
          <a:xfrm>
            <a:off x="611188" y="3213100"/>
            <a:ext cx="369887" cy="4445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en-US" altLang="zh-CN" sz="2400" b="1">
              <a:solidFill>
                <a:srgbClr val="FFFFFF"/>
              </a:solidFill>
              <a:latin typeface="Arial" panose="020B0604020202020204" pitchFamily="34" charset="0"/>
              <a:ea typeface="Gulim" panose="020B0600000101010101" pitchFamily="2" charset="-127"/>
            </a:endParaRPr>
          </a:p>
        </p:txBody>
      </p:sp>
      <p:sp>
        <p:nvSpPr>
          <p:cNvPr id="111629" name="内容占位符 2"/>
          <p:cNvSpPr/>
          <p:nvPr/>
        </p:nvSpPr>
        <p:spPr>
          <a:xfrm>
            <a:off x="539750" y="3933825"/>
            <a:ext cx="7632700" cy="863600"/>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342900" lvl="0" indent="-342900" eaLnBrk="1" hangingPunct="1"/>
            <a:r>
              <a:rPr lang="zh-CN" altLang="en-US"/>
              <a:t>编写源代码：编写</a:t>
            </a:r>
            <a:r>
              <a:rPr lang="en-US" altLang="zh-CN"/>
              <a:t>Exchange.java</a:t>
            </a:r>
            <a:r>
              <a:rPr lang="zh-CN" altLang="en-US"/>
              <a:t>文件。</a:t>
            </a:r>
            <a:endParaRPr lang="zh-CN" altLang="en-US"/>
          </a:p>
          <a:p>
            <a:pPr marL="342900" lvl="0" indent="-342900" eaLnBrk="1" hangingPunct="1"/>
            <a:r>
              <a:rPr lang="zh-CN" altLang="en-US"/>
              <a:t>编译和运行程序</a:t>
            </a:r>
            <a:endParaRPr lang="zh-CN" altLang="en-US"/>
          </a:p>
          <a:p>
            <a:pPr marL="342900" lvl="0" indent="-342900" eaLnBrk="1" hangingPunct="1">
              <a:buNone/>
            </a:pPr>
            <a:endParaRPr lang="zh-CN" altLang="en-US"/>
          </a:p>
        </p:txBody>
      </p:sp>
      <p:pic>
        <p:nvPicPr>
          <p:cNvPr id="111630" name="Picture 2"/>
          <p:cNvPicPr>
            <a:picLocks noChangeAspect="1"/>
          </p:cNvPicPr>
          <p:nvPr/>
        </p:nvPicPr>
        <p:blipFill>
          <a:blip r:embed="rId2"/>
          <a:stretch>
            <a:fillRect/>
          </a:stretch>
        </p:blipFill>
        <p:spPr>
          <a:xfrm>
            <a:off x="1835150" y="1989138"/>
            <a:ext cx="5689600" cy="3271837"/>
          </a:xfrm>
          <a:prstGeom prst="rect">
            <a:avLst/>
          </a:prstGeom>
          <a:noFill/>
          <a:ln>
            <a:noFill/>
            <a:miter lim="800000"/>
            <a:headEnd/>
            <a:tailEnd/>
          </a:ln>
        </p:spPr>
      </p:pic>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11619"/>
                                        </p:tgtEl>
                                        <p:attrNameLst>
                                          <p:attrName>style.visibility</p:attrName>
                                        </p:attrNameLst>
                                      </p:cBhvr>
                                      <p:to>
                                        <p:strVal val="visible"/>
                                      </p:to>
                                    </p:set>
                                    <p:animEffect transition="in" filter="fade">
                                      <p:cBhvr>
                                        <p:cTn id="7" dur="1000" fill="hold"/>
                                        <p:tgtEl>
                                          <p:spTgt spid="111619"/>
                                        </p:tgtEl>
                                      </p:cBhvr>
                                    </p:animEffect>
                                    <p:anim calcmode="lin" valueType="num">
                                      <p:cBhvr>
                                        <p:cTn id="8" dur="1000" fill="hold"/>
                                        <p:tgtEl>
                                          <p:spTgt spid="111619"/>
                                        </p:tgtEl>
                                        <p:attrNameLst>
                                          <p:attrName>ppt_x</p:attrName>
                                        </p:attrNameLst>
                                      </p:cBhvr>
                                      <p:tavLst>
                                        <p:tav tm="0">
                                          <p:val>
                                            <p:strVal val="#ppt_x"/>
                                          </p:val>
                                        </p:tav>
                                        <p:tav tm="100000">
                                          <p:val>
                                            <p:strVal val="#ppt_x"/>
                                          </p:val>
                                        </p:tav>
                                      </p:tavLst>
                                    </p:anim>
                                    <p:anim calcmode="lin" valueType="num">
                                      <p:cBhvr>
                                        <p:cTn id="9" dur="1000" fill="hold"/>
                                        <p:tgtEl>
                                          <p:spTgt spid="111619"/>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111621"/>
                                        </p:tgtEl>
                                        <p:attrNameLst>
                                          <p:attrName>style.visibility</p:attrName>
                                        </p:attrNameLst>
                                      </p:cBhvr>
                                      <p:to>
                                        <p:strVal val="visible"/>
                                      </p:to>
                                    </p:set>
                                    <p:animEffect transition="in" filter="fade">
                                      <p:cBhvr>
                                        <p:cTn id="12" dur="1000" fill="hold"/>
                                        <p:tgtEl>
                                          <p:spTgt spid="111621"/>
                                        </p:tgtEl>
                                      </p:cBhvr>
                                    </p:animEffect>
                                    <p:anim calcmode="lin" valueType="num">
                                      <p:cBhvr>
                                        <p:cTn id="13" dur="1000" fill="hold"/>
                                        <p:tgtEl>
                                          <p:spTgt spid="111621"/>
                                        </p:tgtEl>
                                        <p:attrNameLst>
                                          <p:attrName>ppt_x</p:attrName>
                                        </p:attrNameLst>
                                      </p:cBhvr>
                                      <p:tavLst>
                                        <p:tav tm="0">
                                          <p:val>
                                            <p:strVal val="#ppt_x"/>
                                          </p:val>
                                        </p:tav>
                                        <p:tav tm="100000">
                                          <p:val>
                                            <p:strVal val="#ppt_x"/>
                                          </p:val>
                                        </p:tav>
                                      </p:tavLst>
                                    </p:anim>
                                    <p:anim calcmode="lin" valueType="num">
                                      <p:cBhvr>
                                        <p:cTn id="14" dur="1000" fill="hold"/>
                                        <p:tgtEl>
                                          <p:spTgt spid="111621"/>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111622"/>
                                        </p:tgtEl>
                                        <p:attrNameLst>
                                          <p:attrName>style.visibility</p:attrName>
                                        </p:attrNameLst>
                                      </p:cBhvr>
                                      <p:to>
                                        <p:strVal val="visible"/>
                                      </p:to>
                                    </p:set>
                                    <p:animEffect transition="in" filter="fade">
                                      <p:cBhvr>
                                        <p:cTn id="17" dur="1000" fill="hold"/>
                                        <p:tgtEl>
                                          <p:spTgt spid="111622"/>
                                        </p:tgtEl>
                                      </p:cBhvr>
                                    </p:animEffect>
                                    <p:anim calcmode="lin" valueType="num">
                                      <p:cBhvr>
                                        <p:cTn id="18" dur="1000" fill="hold"/>
                                        <p:tgtEl>
                                          <p:spTgt spid="111622"/>
                                        </p:tgtEl>
                                        <p:attrNameLst>
                                          <p:attrName>ppt_x</p:attrName>
                                        </p:attrNameLst>
                                      </p:cBhvr>
                                      <p:tavLst>
                                        <p:tav tm="0">
                                          <p:val>
                                            <p:strVal val="#ppt_x"/>
                                          </p:val>
                                        </p:tav>
                                        <p:tav tm="100000">
                                          <p:val>
                                            <p:strVal val="#ppt_x"/>
                                          </p:val>
                                        </p:tav>
                                      </p:tavLst>
                                    </p:anim>
                                    <p:anim calcmode="lin" valueType="num">
                                      <p:cBhvr>
                                        <p:cTn id="19" dur="1000" fill="hold"/>
                                        <p:tgtEl>
                                          <p:spTgt spid="111622"/>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111623"/>
                                        </p:tgtEl>
                                        <p:attrNameLst>
                                          <p:attrName>style.visibility</p:attrName>
                                        </p:attrNameLst>
                                      </p:cBhvr>
                                      <p:to>
                                        <p:strVal val="visible"/>
                                      </p:to>
                                    </p:set>
                                    <p:animEffect transition="in" filter="fade">
                                      <p:cBhvr>
                                        <p:cTn id="22" dur="1000" fill="hold"/>
                                        <p:tgtEl>
                                          <p:spTgt spid="111623"/>
                                        </p:tgtEl>
                                      </p:cBhvr>
                                    </p:animEffect>
                                    <p:anim calcmode="lin" valueType="num">
                                      <p:cBhvr>
                                        <p:cTn id="23" dur="1000" fill="hold"/>
                                        <p:tgtEl>
                                          <p:spTgt spid="111623"/>
                                        </p:tgtEl>
                                        <p:attrNameLst>
                                          <p:attrName>ppt_x</p:attrName>
                                        </p:attrNameLst>
                                      </p:cBhvr>
                                      <p:tavLst>
                                        <p:tav tm="0">
                                          <p:val>
                                            <p:strVal val="#ppt_x"/>
                                          </p:val>
                                        </p:tav>
                                        <p:tav tm="100000">
                                          <p:val>
                                            <p:strVal val="#ppt_x"/>
                                          </p:val>
                                        </p:tav>
                                      </p:tavLst>
                                    </p:anim>
                                    <p:anim calcmode="lin" valueType="num">
                                      <p:cBhvr>
                                        <p:cTn id="24" dur="1000" fill="hold"/>
                                        <p:tgtEl>
                                          <p:spTgt spid="111623"/>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11624"/>
                                        </p:tgtEl>
                                        <p:attrNameLst>
                                          <p:attrName>style.visibility</p:attrName>
                                        </p:attrNameLst>
                                      </p:cBhvr>
                                      <p:to>
                                        <p:strVal val="visible"/>
                                      </p:to>
                                    </p:set>
                                    <p:animEffect transition="in" filter="fade">
                                      <p:cBhvr>
                                        <p:cTn id="27" dur="1000" fill="hold"/>
                                        <p:tgtEl>
                                          <p:spTgt spid="111624"/>
                                        </p:tgtEl>
                                      </p:cBhvr>
                                    </p:animEffect>
                                    <p:anim calcmode="lin" valueType="num">
                                      <p:cBhvr>
                                        <p:cTn id="28" dur="1000" fill="hold"/>
                                        <p:tgtEl>
                                          <p:spTgt spid="111624"/>
                                        </p:tgtEl>
                                        <p:attrNameLst>
                                          <p:attrName>ppt_x</p:attrName>
                                        </p:attrNameLst>
                                      </p:cBhvr>
                                      <p:tavLst>
                                        <p:tav tm="0">
                                          <p:val>
                                            <p:strVal val="#ppt_x"/>
                                          </p:val>
                                        </p:tav>
                                        <p:tav tm="100000">
                                          <p:val>
                                            <p:strVal val="#ppt_x"/>
                                          </p:val>
                                        </p:tav>
                                      </p:tavLst>
                                    </p:anim>
                                    <p:anim calcmode="lin" valueType="num">
                                      <p:cBhvr>
                                        <p:cTn id="29" dur="1000" fill="hold"/>
                                        <p:tgtEl>
                                          <p:spTgt spid="11162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4" presetClass="entr" presetSubtype="0" fill="hold" nodeType="clickEffect">
                                  <p:stCondLst>
                                    <p:cond delay="0"/>
                                  </p:stCondLst>
                                  <p:childTnLst>
                                    <p:set>
                                      <p:cBhvr>
                                        <p:cTn id="33" dur="1" fill="hold">
                                          <p:stCondLst>
                                            <p:cond delay="0"/>
                                          </p:stCondLst>
                                        </p:cTn>
                                        <p:tgtEl>
                                          <p:spTgt spid="111625"/>
                                        </p:tgtEl>
                                        <p:attrNameLst>
                                          <p:attrName>style.visibility</p:attrName>
                                        </p:attrNameLst>
                                      </p:cBhvr>
                                      <p:to>
                                        <p:strVal val="visible"/>
                                      </p:to>
                                    </p:set>
                                    <p:anim calcmode="lin" valueType="num">
                                      <p:cBhvr>
                                        <p:cTn id="34" dur="1" fill="hold"/>
                                        <p:tgtEl>
                                          <p:spTgt spid="111625"/>
                                        </p:tgtEl>
                                      </p:cBhvr>
                                    </p:anim>
                                  </p:childTnLst>
                                </p:cTn>
                              </p:par>
                              <p:par>
                                <p:cTn id="35" presetID="24" presetClass="entr" presetSubtype="0" fill="hold" nodeType="withEffect">
                                  <p:stCondLst>
                                    <p:cond delay="0"/>
                                  </p:stCondLst>
                                  <p:childTnLst>
                                    <p:set>
                                      <p:cBhvr>
                                        <p:cTn id="36" dur="1" fill="hold">
                                          <p:stCondLst>
                                            <p:cond delay="0"/>
                                          </p:stCondLst>
                                        </p:cTn>
                                        <p:tgtEl>
                                          <p:spTgt spid="111626"/>
                                        </p:tgtEl>
                                        <p:attrNameLst>
                                          <p:attrName>style.visibility</p:attrName>
                                        </p:attrNameLst>
                                      </p:cBhvr>
                                      <p:to>
                                        <p:strVal val="visible"/>
                                      </p:to>
                                    </p:set>
                                    <p:anim calcmode="lin" valueType="num">
                                      <p:cBhvr>
                                        <p:cTn id="37" dur="1" fill="hold"/>
                                        <p:tgtEl>
                                          <p:spTgt spid="111626"/>
                                        </p:tgtEl>
                                      </p:cBhvr>
                                    </p:anim>
                                  </p:childTnLst>
                                </p:cTn>
                              </p:par>
                              <p:par>
                                <p:cTn id="38" presetID="24" presetClass="entr" presetSubtype="0" fill="hold" nodeType="withEffect">
                                  <p:stCondLst>
                                    <p:cond delay="0"/>
                                  </p:stCondLst>
                                  <p:childTnLst>
                                    <p:set>
                                      <p:cBhvr>
                                        <p:cTn id="39" dur="1" fill="hold">
                                          <p:stCondLst>
                                            <p:cond delay="0"/>
                                          </p:stCondLst>
                                        </p:cTn>
                                        <p:tgtEl>
                                          <p:spTgt spid="111627"/>
                                        </p:tgtEl>
                                        <p:attrNameLst>
                                          <p:attrName>style.visibility</p:attrName>
                                        </p:attrNameLst>
                                      </p:cBhvr>
                                      <p:to>
                                        <p:strVal val="visible"/>
                                      </p:to>
                                    </p:set>
                                    <p:anim calcmode="lin" valueType="num">
                                      <p:cBhvr>
                                        <p:cTn id="40" dur="1" fill="hold"/>
                                        <p:tgtEl>
                                          <p:spTgt spid="111627"/>
                                        </p:tgtEl>
                                      </p:cBhvr>
                                    </p:anim>
                                  </p:childTnLst>
                                </p:cTn>
                              </p:par>
                              <p:par>
                                <p:cTn id="41" presetID="24" presetClass="entr" presetSubtype="0" fill="hold" nodeType="withEffect">
                                  <p:stCondLst>
                                    <p:cond delay="0"/>
                                  </p:stCondLst>
                                  <p:childTnLst>
                                    <p:set>
                                      <p:cBhvr>
                                        <p:cTn id="42" dur="1" fill="hold">
                                          <p:stCondLst>
                                            <p:cond delay="0"/>
                                          </p:stCondLst>
                                        </p:cTn>
                                        <p:tgtEl>
                                          <p:spTgt spid="111628"/>
                                        </p:tgtEl>
                                        <p:attrNameLst>
                                          <p:attrName>style.visibility</p:attrName>
                                        </p:attrNameLst>
                                      </p:cBhvr>
                                      <p:to>
                                        <p:strVal val="visible"/>
                                      </p:to>
                                    </p:set>
                                    <p:anim calcmode="lin" valueType="num">
                                      <p:cBhvr>
                                        <p:cTn id="43" dur="1" fill="hold"/>
                                        <p:tgtEl>
                                          <p:spTgt spid="111628"/>
                                        </p:tgtEl>
                                      </p:cBhvr>
                                    </p:anim>
                                  </p:childTnLst>
                                </p:cTn>
                              </p:par>
                              <p:par>
                                <p:cTn id="44" presetID="24" presetClass="entr" presetSubtype="0" fill="hold" nodeType="withEffect">
                                  <p:stCondLst>
                                    <p:cond delay="0"/>
                                  </p:stCondLst>
                                  <p:childTnLst>
                                    <p:set>
                                      <p:cBhvr>
                                        <p:cTn id="45" dur="1" fill="hold">
                                          <p:stCondLst>
                                            <p:cond delay="0"/>
                                          </p:stCondLst>
                                        </p:cTn>
                                        <p:tgtEl>
                                          <p:spTgt spid="111629"/>
                                        </p:tgtEl>
                                        <p:attrNameLst>
                                          <p:attrName>style.visibility</p:attrName>
                                        </p:attrNameLst>
                                      </p:cBhvr>
                                      <p:to>
                                        <p:strVal val="visible"/>
                                      </p:to>
                                    </p:set>
                                    <p:anim calcmode="lin" valueType="num">
                                      <p:cBhvr>
                                        <p:cTn id="46" dur="1" fill="hold"/>
                                        <p:tgtEl>
                                          <p:spTgt spid="111629"/>
                                        </p:tgtEl>
                                      </p:cBhvr>
                                    </p:anim>
                                  </p:childTnLst>
                                </p:cTn>
                              </p:par>
                            </p:childTnLst>
                          </p:cTn>
                        </p:par>
                      </p:childTnLst>
                    </p:cTn>
                  </p:par>
                  <p:par>
                    <p:cTn id="47" fill="hold">
                      <p:stCondLst>
                        <p:cond delay="indefinite"/>
                      </p:stCondLst>
                      <p:childTnLst>
                        <p:par>
                          <p:cTn id="48" fill="hold">
                            <p:stCondLst>
                              <p:cond delay="0"/>
                            </p:stCondLst>
                            <p:childTnLst>
                              <p:par>
                                <p:cTn id="49" presetID="43" presetClass="entr" presetSubtype="0" fill="hold" nodeType="clickEffect">
                                  <p:stCondLst>
                                    <p:cond delay="0"/>
                                  </p:stCondLst>
                                  <p:childTnLst>
                                    <p:set>
                                      <p:cBhvr>
                                        <p:cTn id="50" dur="1" fill="hold">
                                          <p:stCondLst>
                                            <p:cond delay="0"/>
                                          </p:stCondLst>
                                        </p:cTn>
                                        <p:tgtEl>
                                          <p:spTgt spid="111630"/>
                                        </p:tgtEl>
                                        <p:attrNameLst>
                                          <p:attrName>style.visibility</p:attrName>
                                        </p:attrNameLst>
                                      </p:cBhvr>
                                      <p:to>
                                        <p:strVal val="visible"/>
                                      </p:to>
                                    </p:set>
                                    <p:animEffect transition="in" filter="fade">
                                      <p:cBhvr>
                                        <p:cTn id="51" dur="100" fill="hold"/>
                                        <p:tgtEl>
                                          <p:spTgt spid="111630"/>
                                        </p:tgtEl>
                                      </p:cBhvr>
                                    </p:animEffect>
                                    <p:anim calcmode="lin" valueType="num">
                                      <p:cBhvr>
                                        <p:cTn id="52" dur="400" fill="hold"/>
                                        <p:tgtEl>
                                          <p:spTgt spid="111630"/>
                                        </p:tgtEl>
                                        <p:attrNameLst>
                                          <p:attrName>ppt_x</p:attrName>
                                        </p:attrNameLst>
                                      </p:cBhvr>
                                      <p:tavLst>
                                        <p:tav tm="0">
                                          <p:val>
                                            <p:strVal val="#ppt_x"/>
                                          </p:val>
                                        </p:tav>
                                        <p:tav tm="100000">
                                          <p:val>
                                            <p:strVal val="#ppt_x"/>
                                          </p:val>
                                        </p:tav>
                                      </p:tavLst>
                                    </p:anim>
                                    <p:anim calcmode="lin" valueType="num">
                                      <p:cBhvr>
                                        <p:cTn id="53" dur="400" fill="hold"/>
                                        <p:tgtEl>
                                          <p:spTgt spid="111630"/>
                                        </p:tgtEl>
                                        <p:attrNameLst>
                                          <p:attrName>ppt_y</p:attrName>
                                        </p:attrNameLst>
                                      </p:cBhvr>
                                      <p:tavLst>
                                        <p:tav tm="0">
                                          <p:val>
                                            <p:strVal val="#ppt_y+0.31"/>
                                          </p:val>
                                        </p:tav>
                                        <p:tav tm="100000">
                                          <p:val>
                                            <p:strVal val="#ppt_y+0.31"/>
                                          </p:val>
                                        </p:tav>
                                      </p:tavLst>
                                    </p:anim>
                                    <p:anim calcmode="lin" valueType="num">
                                      <p:cBhvr>
                                        <p:cTn id="54" dur="600" decel="50000" fill="hold">
                                          <p:stCondLst>
                                            <p:cond delay="400"/>
                                          </p:stCondLst>
                                        </p:cTn>
                                        <p:tgtEl>
                                          <p:spTgt spid="111630"/>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55" dur="600" decel="50000" fill="hold">
                                          <p:stCondLst>
                                            <p:cond delay="400"/>
                                          </p:stCondLst>
                                        </p:cTn>
                                        <p:tgtEl>
                                          <p:spTgt spid="111630"/>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zh-CN" altLang="en-US" sz="4000" b="1" spc="0">
                <a:effectLst>
                  <a:outerShdw blurRad="38100" dist="38100" dir="2700000" algn="tl">
                    <a:schemeClr val="bg2"/>
                  </a:outerShdw>
                </a:effectLst>
              </a:rPr>
              <a:t>1</a:t>
            </a:r>
            <a:r>
              <a:rPr lang="en-US" altLang="zh-CN" sz="4000" b="1" spc="0">
                <a:effectLst>
                  <a:outerShdw blurRad="38100" dist="38100" dir="2700000" algn="tl">
                    <a:schemeClr val="bg2"/>
                  </a:outerShdw>
                </a:effectLst>
              </a:rPr>
              <a:t>.4.2  </a:t>
            </a:r>
            <a:r>
              <a:rPr lang="zh-CN" altLang="en-US" sz="4000" b="1" spc="0">
                <a:effectLst>
                  <a:outerShdw blurRad="38100" dist="38100" dir="2700000" algn="tl">
                    <a:schemeClr val="bg2"/>
                  </a:outerShdw>
                </a:effectLst>
              </a:rPr>
              <a:t>简单的输入输出处理</a:t>
            </a:r>
            <a:endParaRPr lang="zh-CN" altLang="en-US" b="1">
              <a:effectLst>
                <a:outerShdw blurRad="38100" dist="38100" dir="2700000" algn="tl">
                  <a:schemeClr val="bg2"/>
                </a:outerShdw>
              </a:effectLst>
            </a:endParaRPr>
          </a:p>
        </p:txBody>
      </p:sp>
      <p:sp>
        <p:nvSpPr>
          <p:cNvPr id="112643" name="内容占位符 2"/>
          <p:cNvSpPr>
            <a:spLocks noGrp="1"/>
          </p:cNvSpPr>
          <p:nvPr>
            <p:ph idx="1"/>
          </p:nvPr>
        </p:nvSpPr>
        <p:spPr>
          <a:xfrm>
            <a:off x="468313" y="1846263"/>
            <a:ext cx="8229600" cy="1152525"/>
          </a:xfrm>
          <a:noFill/>
          <a:ln>
            <a:miter lim="800000"/>
          </a:ln>
        </p:spPr>
        <p:txBody>
          <a:bodyPr vert="horz" wrap="square" lIns="91440" tIns="45720" rIns="91440" bIns="45720" anchor="t"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eaLnBrk="1" hangingPunct="1">
              <a:buNone/>
            </a:pPr>
            <a:r>
              <a:rPr lang="zh-CN" altLang="en-US" sz="1600"/>
              <a:t>    </a:t>
            </a:r>
            <a:r>
              <a:rPr lang="zh-CN" altLang="en-US" sz="1800" b="1"/>
              <a:t>带命令行参数的运行方式能够将信息传递给程序，但这样的交互只能在运行程序的时候才可以。更普遍的需求是，在程序运行过程中与用户进行交互。下面我们将使用</a:t>
            </a:r>
            <a:r>
              <a:rPr lang="en-US" altLang="zh-CN" sz="1800" b="1"/>
              <a:t>Java</a:t>
            </a:r>
            <a:r>
              <a:rPr lang="zh-CN" altLang="en-US" sz="1800" b="1"/>
              <a:t>的标准输入输出对象，实现对输入的字母进行大小写转换，而后输出。</a:t>
            </a:r>
            <a:endParaRPr lang="zh-CN" altLang="en-US" sz="1800" b="1"/>
          </a:p>
        </p:txBody>
      </p:sp>
      <p:sp>
        <p:nvSpPr>
          <p:cNvPr id="112644" name="AutoShape 23"/>
          <p:cNvSpPr/>
          <p:nvPr/>
        </p:nvSpPr>
        <p:spPr>
          <a:xfrm>
            <a:off x="755650" y="1125538"/>
            <a:ext cx="3240088" cy="592137"/>
          </a:xfrm>
          <a:prstGeom prst="roundRect">
            <a:avLst>
              <a:gd name="adj" fmla="val 50000"/>
            </a:avLst>
          </a:prstGeom>
          <a:gradFill rotWithShape="1">
            <a:gsLst>
              <a:gs pos="0">
                <a:srgbClr val="333399"/>
              </a:gs>
              <a:gs pos="100000">
                <a:srgbClr val="BBE0E3"/>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12645" name="Group 5"/>
          <p:cNvGrpSpPr/>
          <p:nvPr/>
        </p:nvGrpSpPr>
        <p:grpSpPr>
          <a:xfrm>
            <a:off x="425450" y="1031875"/>
            <a:ext cx="812800" cy="812800"/>
            <a:chOff x="0" y="0"/>
            <a:chExt cx="512" cy="512"/>
          </a:xfrm>
        </p:grpSpPr>
        <p:sp>
          <p:nvSpPr>
            <p:cNvPr id="112655" name="AutoShape 25"/>
            <p:cNvSpPr/>
            <p:nvPr/>
          </p:nvSpPr>
          <p:spPr bwMode="auto">
            <a:xfrm>
              <a:off x="0" y="0"/>
              <a:ext cx="512" cy="512"/>
            </a:xfrm>
            <a:custGeom>
              <a:avLst/>
              <a:gdLst>
                <a:gd name="GT0" fmla="*/ 3164 w 21600"/>
                <a:gd name="GT1" fmla="+- l GT0 0"/>
                <a:gd name="GT2" fmla="*/ 3164 h 21600"/>
                <a:gd name="GT3" fmla="+- t GT2 0"/>
                <a:gd name="GT4" fmla="*/ 18436 w 21600"/>
                <a:gd name="GT5" fmla="+- l GT4 0"/>
                <a:gd name="GT6" fmla="*/ 18436 h 21600"/>
                <a:gd name="GT7" fmla="+- t GT6 0"/>
              </a:gdLst>
              <a:ahLst/>
              <a:cxnLst>
                <a:cxn ang="0">
                  <a:pos x="0" y="256"/>
                </a:cxn>
                <a:cxn ang="0">
                  <a:pos x="256" y="0"/>
                </a:cxn>
                <a:cxn ang="0">
                  <a:pos x="512" y="256"/>
                </a:cxn>
                <a:cxn ang="0">
                  <a:pos x="256" y="512"/>
                </a:cxn>
                <a:cxn ang="0">
                  <a:pos x="0" y="256"/>
                </a:cxn>
                <a:cxn ang="0">
                  <a:pos x="128" y="256"/>
                </a:cxn>
                <a:cxn ang="0">
                  <a:pos x="256" y="384"/>
                </a:cxn>
                <a:cxn ang="0">
                  <a:pos x="384" y="256"/>
                </a:cxn>
                <a:cxn ang="0">
                  <a:pos x="256" y="128"/>
                </a:cxn>
                <a:cxn ang="0">
                  <a:pos x="128" y="256"/>
                </a:cxn>
              </a:cxnLst>
              <a:rect l="GT1" t="GT3" r="GT5" b="GT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adFill rotWithShape="1">
              <a:gsLst>
                <a:gs pos="0">
                  <a:srgbClr val="333399"/>
                </a:gs>
                <a:gs pos="100000">
                  <a:srgbClr val="FFFFFF"/>
                </a:gs>
              </a:gsLst>
              <a:path path="rect">
                <a:fillToRect l="100000" t="100000"/>
              </a:path>
            </a:gradFill>
            <a:ln w="9525">
              <a:noFill/>
              <a:round/>
            </a:ln>
            <a:effectLst>
              <a:outerShdw dist="25400" algn="ctr">
                <a:schemeClr val="bg2"/>
              </a:outerShdw>
            </a:effectLst>
          </p:spPr>
          <p:txBody>
            <a:bodyPr/>
            <a:lstStyle/>
            <a:p/>
          </p:txBody>
        </p:sp>
        <p:sp>
          <p:nvSpPr>
            <p:cNvPr id="112656" name="Oval 26"/>
            <p:cNvSpPr/>
            <p:nvPr/>
          </p:nvSpPr>
          <p:spPr>
            <a:xfrm>
              <a:off x="80" y="77"/>
              <a:ext cx="355" cy="355"/>
            </a:xfrm>
            <a:prstGeom prst="ellipse">
              <a:avLst/>
            </a:prstGeom>
            <a:gradFill rotWithShape="1">
              <a:gsLst>
                <a:gs pos="0">
                  <a:srgbClr val="BBE0E3"/>
                </a:gs>
                <a:gs pos="100000">
                  <a:srgbClr val="576869"/>
                </a:gs>
              </a:gsLst>
              <a:path path="rect">
                <a:fillToRect r="100000" b="100000"/>
              </a:path>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12646" name="Rectangle 27"/>
          <p:cNvSpPr/>
          <p:nvPr/>
        </p:nvSpPr>
        <p:spPr>
          <a:xfrm>
            <a:off x="1250950" y="1108075"/>
            <a:ext cx="2528888" cy="6096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sz="2400" b="1">
                <a:solidFill>
                  <a:srgbClr val="FFFFFF"/>
                </a:solidFill>
                <a:latin typeface="Arial" panose="020B0604020202020204" pitchFamily="34" charset="0"/>
                <a:ea typeface="Gulim" panose="020B0600000101010101" pitchFamily="2" charset="-127"/>
              </a:rPr>
              <a:t>训练内容</a:t>
            </a:r>
            <a:endParaRPr lang="zh-CN" altLang="en-US" sz="2400" b="1">
              <a:solidFill>
                <a:srgbClr val="FFFFFF"/>
              </a:solidFill>
              <a:latin typeface="Arial" panose="020B0604020202020204" pitchFamily="34" charset="0"/>
              <a:ea typeface="Gulim" panose="020B0600000101010101" pitchFamily="2" charset="-127"/>
            </a:endParaRPr>
          </a:p>
        </p:txBody>
      </p:sp>
      <p:sp>
        <p:nvSpPr>
          <p:cNvPr id="112647" name="Rectangle 28"/>
          <p:cNvSpPr/>
          <p:nvPr/>
        </p:nvSpPr>
        <p:spPr>
          <a:xfrm>
            <a:off x="628650" y="1196975"/>
            <a:ext cx="369888" cy="4445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en-US" altLang="zh-CN" sz="2400" b="1">
              <a:solidFill>
                <a:srgbClr val="FFFFFF"/>
              </a:solidFill>
              <a:latin typeface="Arial" panose="020B0604020202020204" pitchFamily="34" charset="0"/>
              <a:ea typeface="Gulim" panose="020B0600000101010101" pitchFamily="2" charset="-127"/>
            </a:endParaRPr>
          </a:p>
        </p:txBody>
      </p:sp>
      <p:sp>
        <p:nvSpPr>
          <p:cNvPr id="112648" name="AutoShape 23"/>
          <p:cNvSpPr/>
          <p:nvPr/>
        </p:nvSpPr>
        <p:spPr>
          <a:xfrm>
            <a:off x="755650" y="3141663"/>
            <a:ext cx="3240088" cy="592137"/>
          </a:xfrm>
          <a:prstGeom prst="roundRect">
            <a:avLst>
              <a:gd name="adj" fmla="val 50000"/>
            </a:avLst>
          </a:prstGeom>
          <a:gradFill rotWithShape="1">
            <a:gsLst>
              <a:gs pos="0">
                <a:srgbClr val="333399"/>
              </a:gs>
              <a:gs pos="100000">
                <a:srgbClr val="BBE0E3"/>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nvGrpSpPr>
          <p:cNvPr id="112649" name="Group 11"/>
          <p:cNvGrpSpPr/>
          <p:nvPr/>
        </p:nvGrpSpPr>
        <p:grpSpPr>
          <a:xfrm>
            <a:off x="425450" y="3048000"/>
            <a:ext cx="812800" cy="812800"/>
            <a:chOff x="0" y="0"/>
            <a:chExt cx="512" cy="512"/>
          </a:xfrm>
        </p:grpSpPr>
        <p:sp>
          <p:nvSpPr>
            <p:cNvPr id="112653" name="AutoShape 25"/>
            <p:cNvSpPr/>
            <p:nvPr/>
          </p:nvSpPr>
          <p:spPr bwMode="auto">
            <a:xfrm>
              <a:off x="0" y="0"/>
              <a:ext cx="512" cy="512"/>
            </a:xfrm>
            <a:custGeom>
              <a:avLst/>
              <a:gdLst>
                <a:gd name="GT0" fmla="*/ 3164 w 21600"/>
                <a:gd name="GT1" fmla="+- l GT0 0"/>
                <a:gd name="GT2" fmla="*/ 3164 h 21600"/>
                <a:gd name="GT3" fmla="+- t GT2 0"/>
                <a:gd name="GT4" fmla="*/ 18436 w 21600"/>
                <a:gd name="GT5" fmla="+- l GT4 0"/>
                <a:gd name="GT6" fmla="*/ 18436 h 21600"/>
                <a:gd name="GT7" fmla="+- t GT6 0"/>
              </a:gdLst>
              <a:ahLst/>
              <a:cxnLst>
                <a:cxn ang="0">
                  <a:pos x="0" y="256"/>
                </a:cxn>
                <a:cxn ang="0">
                  <a:pos x="256" y="0"/>
                </a:cxn>
                <a:cxn ang="0">
                  <a:pos x="512" y="256"/>
                </a:cxn>
                <a:cxn ang="0">
                  <a:pos x="256" y="512"/>
                </a:cxn>
                <a:cxn ang="0">
                  <a:pos x="0" y="256"/>
                </a:cxn>
                <a:cxn ang="0">
                  <a:pos x="128" y="256"/>
                </a:cxn>
                <a:cxn ang="0">
                  <a:pos x="256" y="384"/>
                </a:cxn>
                <a:cxn ang="0">
                  <a:pos x="384" y="256"/>
                </a:cxn>
                <a:cxn ang="0">
                  <a:pos x="256" y="128"/>
                </a:cxn>
                <a:cxn ang="0">
                  <a:pos x="128" y="256"/>
                </a:cxn>
              </a:cxnLst>
              <a:rect l="GT1" t="GT3" r="GT5" b="GT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gradFill rotWithShape="1">
              <a:gsLst>
                <a:gs pos="0">
                  <a:srgbClr val="333399"/>
                </a:gs>
                <a:gs pos="100000">
                  <a:srgbClr val="FFFFFF"/>
                </a:gs>
              </a:gsLst>
              <a:path path="rect">
                <a:fillToRect l="100000" t="100000"/>
              </a:path>
            </a:gradFill>
            <a:ln w="9525">
              <a:noFill/>
              <a:round/>
            </a:ln>
            <a:effectLst>
              <a:outerShdw dist="25400" algn="ctr">
                <a:schemeClr val="bg2"/>
              </a:outerShdw>
            </a:effectLst>
          </p:spPr>
          <p:txBody>
            <a:bodyPr/>
            <a:lstStyle/>
            <a:p/>
          </p:txBody>
        </p:sp>
        <p:sp>
          <p:nvSpPr>
            <p:cNvPr id="112654" name="Oval 26"/>
            <p:cNvSpPr/>
            <p:nvPr/>
          </p:nvSpPr>
          <p:spPr>
            <a:xfrm>
              <a:off x="80" y="77"/>
              <a:ext cx="355" cy="355"/>
            </a:xfrm>
            <a:prstGeom prst="ellipse">
              <a:avLst/>
            </a:prstGeom>
            <a:gradFill rotWithShape="1">
              <a:gsLst>
                <a:gs pos="0">
                  <a:srgbClr val="BBE0E3"/>
                </a:gs>
                <a:gs pos="100000">
                  <a:srgbClr val="576869"/>
                </a:gs>
              </a:gsLst>
              <a:path path="rect">
                <a:fillToRect r="100000" b="100000"/>
              </a:path>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grpSp>
      <p:sp>
        <p:nvSpPr>
          <p:cNvPr id="112650" name="Rectangle 27"/>
          <p:cNvSpPr/>
          <p:nvPr/>
        </p:nvSpPr>
        <p:spPr>
          <a:xfrm>
            <a:off x="1250950" y="3124200"/>
            <a:ext cx="2528888" cy="6096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sz="2400" b="1">
                <a:solidFill>
                  <a:srgbClr val="FFFFFF"/>
                </a:solidFill>
                <a:latin typeface="Arial" panose="020B0604020202020204" pitchFamily="34" charset="0"/>
                <a:ea typeface="Gulim" panose="020B0600000101010101" pitchFamily="2" charset="-127"/>
              </a:rPr>
              <a:t>训练过程</a:t>
            </a:r>
            <a:endParaRPr lang="zh-CN" altLang="en-US" sz="2400" b="1">
              <a:solidFill>
                <a:srgbClr val="FFFFFF"/>
              </a:solidFill>
              <a:latin typeface="Arial" panose="020B0604020202020204" pitchFamily="34" charset="0"/>
              <a:ea typeface="Gulim" panose="020B0600000101010101" pitchFamily="2" charset="-127"/>
            </a:endParaRPr>
          </a:p>
        </p:txBody>
      </p:sp>
      <p:sp>
        <p:nvSpPr>
          <p:cNvPr id="112651" name="Rectangle 28"/>
          <p:cNvSpPr/>
          <p:nvPr/>
        </p:nvSpPr>
        <p:spPr>
          <a:xfrm>
            <a:off x="628650" y="3213100"/>
            <a:ext cx="369888" cy="444500"/>
          </a:xfrm>
          <a:prstGeom prst="rect">
            <a:avLst/>
          </a:prstGeom>
          <a:noFill/>
          <a:ln>
            <a:noFill/>
            <a:miter lim="800000"/>
          </a:ln>
        </p:spPr>
        <p:txBody>
          <a:bodyPr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endParaRPr lang="en-US" altLang="zh-CN" sz="2400" b="1">
              <a:solidFill>
                <a:srgbClr val="FFFFFF"/>
              </a:solidFill>
              <a:latin typeface="Arial" panose="020B0604020202020204" pitchFamily="34" charset="0"/>
              <a:ea typeface="Gulim" panose="020B0600000101010101" pitchFamily="2" charset="-127"/>
            </a:endParaRPr>
          </a:p>
        </p:txBody>
      </p:sp>
      <p:sp>
        <p:nvSpPr>
          <p:cNvPr id="112652" name="内容占位符 2"/>
          <p:cNvSpPr/>
          <p:nvPr/>
        </p:nvSpPr>
        <p:spPr>
          <a:xfrm>
            <a:off x="468313" y="3860800"/>
            <a:ext cx="8351837" cy="2160588"/>
          </a:xfrm>
          <a:prstGeom prst="rect">
            <a:avLst/>
          </a:prstGeom>
          <a:noFill/>
          <a:ln>
            <a:noFill/>
            <a:miter lim="800000"/>
          </a:ln>
        </p:spPr>
        <p:txBody>
          <a:bodyPr>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342900" lvl="0" indent="-342900" eaLnBrk="1" hangingPunct="1">
              <a:buNone/>
            </a:pPr>
            <a:r>
              <a:rPr lang="zh-CN" altLang="en-US" sz="1600"/>
              <a:t>    </a:t>
            </a:r>
            <a:r>
              <a:rPr lang="zh-CN" altLang="en-US" sz="1800" b="1"/>
              <a:t>（</a:t>
            </a:r>
            <a:r>
              <a:rPr lang="en-US" altLang="zh-CN" sz="1800" b="1"/>
              <a:t>1</a:t>
            </a:r>
            <a:r>
              <a:rPr lang="zh-CN" altLang="en-US" sz="1800" b="1"/>
              <a:t>）编写源代码：打开记事本程序，输入代码，将程序以</a:t>
            </a:r>
            <a:r>
              <a:rPr lang="en-US" altLang="zh-CN" sz="1800" b="1"/>
              <a:t>Trans.java</a:t>
            </a:r>
            <a:r>
              <a:rPr lang="zh-CN" altLang="en-US" sz="1800" b="1"/>
              <a:t>为文件名保存到</a:t>
            </a:r>
            <a:r>
              <a:rPr lang="en-US" altLang="zh-CN" sz="1800" b="1"/>
              <a:t>D</a:t>
            </a:r>
            <a:r>
              <a:rPr lang="zh-CN" altLang="en-US" sz="1800" b="1"/>
              <a:t>盘。</a:t>
            </a:r>
            <a:endParaRPr lang="zh-CN" altLang="en-US" sz="1800" b="1"/>
          </a:p>
          <a:p>
            <a:pPr marL="342900" lvl="0" indent="-342900" eaLnBrk="1" hangingPunct="1">
              <a:buNone/>
            </a:pPr>
            <a:r>
              <a:rPr lang="zh-CN" altLang="en-US" sz="1800" b="1"/>
              <a:t>   （</a:t>
            </a:r>
            <a:r>
              <a:rPr lang="en-US" altLang="zh-CN" sz="1800" b="1"/>
              <a:t>2</a:t>
            </a:r>
            <a:r>
              <a:rPr lang="zh-CN" altLang="en-US" sz="1800" b="1"/>
              <a:t>）编译和运行程序：在命令提示符窗口下，将路径切换到</a:t>
            </a:r>
            <a:r>
              <a:rPr lang="en-US" altLang="zh-CN" sz="1800" b="1"/>
              <a:t>D:\project</a:t>
            </a:r>
            <a:r>
              <a:rPr lang="zh-CN" altLang="en-US" sz="1800" b="1"/>
              <a:t>，然后输入下面的语句：</a:t>
            </a:r>
            <a:endParaRPr lang="zh-CN" altLang="en-US" sz="1800" b="1"/>
          </a:p>
          <a:p>
            <a:pPr marL="342900" lvl="0" indent="-342900" eaLnBrk="1" hangingPunct="1">
              <a:buNone/>
            </a:pPr>
            <a:r>
              <a:rPr lang="en-US" altLang="zh-CN" sz="1800" b="1"/>
              <a:t>    javac Trans.java</a:t>
            </a:r>
            <a:endParaRPr lang="zh-CN" altLang="en-US" sz="1800" b="1"/>
          </a:p>
          <a:p>
            <a:pPr marL="342900" lvl="0" indent="-342900" eaLnBrk="1" hangingPunct="1">
              <a:buNone/>
            </a:pPr>
            <a:r>
              <a:rPr lang="zh-CN" altLang="en-US" sz="1800" b="1"/>
              <a:t>    编译完成后输入下面的语句运行程序：</a:t>
            </a:r>
            <a:endParaRPr lang="zh-CN" altLang="en-US" sz="1800" b="1"/>
          </a:p>
          <a:p>
            <a:pPr marL="342900" lvl="0" indent="-342900" eaLnBrk="1" hangingPunct="1">
              <a:buNone/>
            </a:pPr>
            <a:r>
              <a:rPr lang="en-US" altLang="zh-CN" sz="1800" b="1"/>
              <a:t>    java Trans</a:t>
            </a:r>
            <a:endParaRPr lang="zh-CN" altLang="en-US" sz="1800" b="1"/>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12643"/>
                                        </p:tgtEl>
                                        <p:attrNameLst>
                                          <p:attrName>style.visibility</p:attrName>
                                        </p:attrNameLst>
                                      </p:cBhvr>
                                      <p:to>
                                        <p:strVal val="visible"/>
                                      </p:to>
                                    </p:set>
                                    <p:animEffect transition="in" filter="blinds(horizontal)">
                                      <p:cBhvr>
                                        <p:cTn id="7" dur="500" fill="hold"/>
                                        <p:tgtEl>
                                          <p:spTgt spid="112643"/>
                                        </p:tgtEl>
                                      </p:cBhvr>
                                    </p:animEffect>
                                  </p:childTnLst>
                                </p:cTn>
                              </p:par>
                              <p:par>
                                <p:cTn id="8" presetID="3" presetClass="entr" presetSubtype="10" fill="hold" nodeType="withEffect">
                                  <p:stCondLst>
                                    <p:cond delay="0"/>
                                  </p:stCondLst>
                                  <p:childTnLst>
                                    <p:set>
                                      <p:cBhvr>
                                        <p:cTn id="9" dur="1" fill="hold">
                                          <p:stCondLst>
                                            <p:cond delay="0"/>
                                          </p:stCondLst>
                                        </p:cTn>
                                        <p:tgtEl>
                                          <p:spTgt spid="112644"/>
                                        </p:tgtEl>
                                        <p:attrNameLst>
                                          <p:attrName>style.visibility</p:attrName>
                                        </p:attrNameLst>
                                      </p:cBhvr>
                                      <p:to>
                                        <p:strVal val="visible"/>
                                      </p:to>
                                    </p:set>
                                    <p:animEffect transition="in" filter="blinds(horizontal)">
                                      <p:cBhvr>
                                        <p:cTn id="10" dur="500" fill="hold"/>
                                        <p:tgtEl>
                                          <p:spTgt spid="112644"/>
                                        </p:tgtEl>
                                      </p:cBhvr>
                                    </p:animEffect>
                                  </p:childTnLst>
                                </p:cTn>
                              </p:par>
                              <p:par>
                                <p:cTn id="11" presetID="3" presetClass="entr" presetSubtype="10" fill="hold" nodeType="withEffect">
                                  <p:stCondLst>
                                    <p:cond delay="0"/>
                                  </p:stCondLst>
                                  <p:childTnLst>
                                    <p:set>
                                      <p:cBhvr>
                                        <p:cTn id="12" dur="1" fill="hold">
                                          <p:stCondLst>
                                            <p:cond delay="0"/>
                                          </p:stCondLst>
                                        </p:cTn>
                                        <p:tgtEl>
                                          <p:spTgt spid="112645"/>
                                        </p:tgtEl>
                                        <p:attrNameLst>
                                          <p:attrName>style.visibility</p:attrName>
                                        </p:attrNameLst>
                                      </p:cBhvr>
                                      <p:to>
                                        <p:strVal val="visible"/>
                                      </p:to>
                                    </p:set>
                                    <p:animEffect transition="in" filter="blinds(horizontal)">
                                      <p:cBhvr>
                                        <p:cTn id="13" dur="500" fill="hold"/>
                                        <p:tgtEl>
                                          <p:spTgt spid="112645"/>
                                        </p:tgtEl>
                                      </p:cBhvr>
                                    </p:animEffect>
                                  </p:childTnLst>
                                </p:cTn>
                              </p:par>
                              <p:par>
                                <p:cTn id="14" presetID="3" presetClass="entr" presetSubtype="10" fill="hold" nodeType="withEffect">
                                  <p:stCondLst>
                                    <p:cond delay="0"/>
                                  </p:stCondLst>
                                  <p:childTnLst>
                                    <p:set>
                                      <p:cBhvr>
                                        <p:cTn id="15" dur="1" fill="hold">
                                          <p:stCondLst>
                                            <p:cond delay="0"/>
                                          </p:stCondLst>
                                        </p:cTn>
                                        <p:tgtEl>
                                          <p:spTgt spid="112646"/>
                                        </p:tgtEl>
                                        <p:attrNameLst>
                                          <p:attrName>style.visibility</p:attrName>
                                        </p:attrNameLst>
                                      </p:cBhvr>
                                      <p:to>
                                        <p:strVal val="visible"/>
                                      </p:to>
                                    </p:set>
                                    <p:animEffect transition="in" filter="blinds(horizontal)">
                                      <p:cBhvr>
                                        <p:cTn id="16" dur="500" fill="hold"/>
                                        <p:tgtEl>
                                          <p:spTgt spid="112646"/>
                                        </p:tgtEl>
                                      </p:cBhvr>
                                    </p:animEffect>
                                  </p:childTnLst>
                                </p:cTn>
                              </p:par>
                              <p:par>
                                <p:cTn id="17" presetID="3" presetClass="entr" presetSubtype="10" fill="hold" nodeType="withEffect">
                                  <p:stCondLst>
                                    <p:cond delay="0"/>
                                  </p:stCondLst>
                                  <p:childTnLst>
                                    <p:set>
                                      <p:cBhvr>
                                        <p:cTn id="18" dur="1" fill="hold">
                                          <p:stCondLst>
                                            <p:cond delay="0"/>
                                          </p:stCondLst>
                                        </p:cTn>
                                        <p:tgtEl>
                                          <p:spTgt spid="112647"/>
                                        </p:tgtEl>
                                        <p:attrNameLst>
                                          <p:attrName>style.visibility</p:attrName>
                                        </p:attrNameLst>
                                      </p:cBhvr>
                                      <p:to>
                                        <p:strVal val="visible"/>
                                      </p:to>
                                    </p:set>
                                    <p:animEffect transition="in" filter="blinds(horizontal)">
                                      <p:cBhvr>
                                        <p:cTn id="19" dur="500" fill="hold"/>
                                        <p:tgtEl>
                                          <p:spTgt spid="112647"/>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6" fill="hold" nodeType="clickEffect">
                                  <p:stCondLst>
                                    <p:cond delay="0"/>
                                  </p:stCondLst>
                                  <p:childTnLst>
                                    <p:set>
                                      <p:cBhvr>
                                        <p:cTn id="23" dur="1" fill="hold">
                                          <p:stCondLst>
                                            <p:cond delay="0"/>
                                          </p:stCondLst>
                                        </p:cTn>
                                        <p:tgtEl>
                                          <p:spTgt spid="112648"/>
                                        </p:tgtEl>
                                        <p:attrNameLst>
                                          <p:attrName>style.visibility</p:attrName>
                                        </p:attrNameLst>
                                      </p:cBhvr>
                                      <p:to>
                                        <p:strVal val="visible"/>
                                      </p:to>
                                    </p:set>
                                    <p:animEffect transition="in" filter="barn(inHorizontal)">
                                      <p:cBhvr>
                                        <p:cTn id="24" dur="500" fill="hold"/>
                                        <p:tgtEl>
                                          <p:spTgt spid="112648"/>
                                        </p:tgtEl>
                                      </p:cBhvr>
                                    </p:animEffect>
                                  </p:childTnLst>
                                </p:cTn>
                              </p:par>
                              <p:par>
                                <p:cTn id="25" presetID="16" presetClass="entr" presetSubtype="26" fill="hold" nodeType="withEffect">
                                  <p:stCondLst>
                                    <p:cond delay="0"/>
                                  </p:stCondLst>
                                  <p:childTnLst>
                                    <p:set>
                                      <p:cBhvr>
                                        <p:cTn id="26" dur="1" fill="hold">
                                          <p:stCondLst>
                                            <p:cond delay="0"/>
                                          </p:stCondLst>
                                        </p:cTn>
                                        <p:tgtEl>
                                          <p:spTgt spid="112649"/>
                                        </p:tgtEl>
                                        <p:attrNameLst>
                                          <p:attrName>style.visibility</p:attrName>
                                        </p:attrNameLst>
                                      </p:cBhvr>
                                      <p:to>
                                        <p:strVal val="visible"/>
                                      </p:to>
                                    </p:set>
                                    <p:animEffect transition="in" filter="barn(inHorizontal)">
                                      <p:cBhvr>
                                        <p:cTn id="27" dur="500" fill="hold"/>
                                        <p:tgtEl>
                                          <p:spTgt spid="112649"/>
                                        </p:tgtEl>
                                      </p:cBhvr>
                                    </p:animEffect>
                                  </p:childTnLst>
                                </p:cTn>
                              </p:par>
                              <p:par>
                                <p:cTn id="28" presetID="16" presetClass="entr" presetSubtype="26" fill="hold" nodeType="withEffect">
                                  <p:stCondLst>
                                    <p:cond delay="0"/>
                                  </p:stCondLst>
                                  <p:childTnLst>
                                    <p:set>
                                      <p:cBhvr>
                                        <p:cTn id="29" dur="1" fill="hold">
                                          <p:stCondLst>
                                            <p:cond delay="0"/>
                                          </p:stCondLst>
                                        </p:cTn>
                                        <p:tgtEl>
                                          <p:spTgt spid="112650"/>
                                        </p:tgtEl>
                                        <p:attrNameLst>
                                          <p:attrName>style.visibility</p:attrName>
                                        </p:attrNameLst>
                                      </p:cBhvr>
                                      <p:to>
                                        <p:strVal val="visible"/>
                                      </p:to>
                                    </p:set>
                                    <p:animEffect transition="in" filter="barn(inHorizontal)">
                                      <p:cBhvr>
                                        <p:cTn id="30" dur="500" fill="hold"/>
                                        <p:tgtEl>
                                          <p:spTgt spid="112650"/>
                                        </p:tgtEl>
                                      </p:cBhvr>
                                    </p:animEffect>
                                  </p:childTnLst>
                                </p:cTn>
                              </p:par>
                              <p:par>
                                <p:cTn id="31" presetID="16" presetClass="entr" presetSubtype="26" fill="hold" nodeType="withEffect">
                                  <p:stCondLst>
                                    <p:cond delay="0"/>
                                  </p:stCondLst>
                                  <p:childTnLst>
                                    <p:set>
                                      <p:cBhvr>
                                        <p:cTn id="32" dur="1" fill="hold">
                                          <p:stCondLst>
                                            <p:cond delay="0"/>
                                          </p:stCondLst>
                                        </p:cTn>
                                        <p:tgtEl>
                                          <p:spTgt spid="112651"/>
                                        </p:tgtEl>
                                        <p:attrNameLst>
                                          <p:attrName>style.visibility</p:attrName>
                                        </p:attrNameLst>
                                      </p:cBhvr>
                                      <p:to>
                                        <p:strVal val="visible"/>
                                      </p:to>
                                    </p:set>
                                    <p:animEffect transition="in" filter="barn(inHorizontal)">
                                      <p:cBhvr>
                                        <p:cTn id="33" dur="500" fill="hold"/>
                                        <p:tgtEl>
                                          <p:spTgt spid="112651"/>
                                        </p:tgtEl>
                                      </p:cBhvr>
                                    </p:animEffect>
                                  </p:childTnLst>
                                </p:cTn>
                              </p:par>
                              <p:par>
                                <p:cTn id="34" presetID="16" presetClass="entr" presetSubtype="26" fill="hold" nodeType="withEffect">
                                  <p:stCondLst>
                                    <p:cond delay="0"/>
                                  </p:stCondLst>
                                  <p:childTnLst>
                                    <p:set>
                                      <p:cBhvr>
                                        <p:cTn id="35" dur="1" fill="hold">
                                          <p:stCondLst>
                                            <p:cond delay="0"/>
                                          </p:stCondLst>
                                        </p:cTn>
                                        <p:tgtEl>
                                          <p:spTgt spid="112652"/>
                                        </p:tgtEl>
                                        <p:attrNameLst>
                                          <p:attrName>style.visibility</p:attrName>
                                        </p:attrNameLst>
                                      </p:cBhvr>
                                      <p:to>
                                        <p:strVal val="visible"/>
                                      </p:to>
                                    </p:set>
                                    <p:animEffect transition="in" filter="barn(inHorizontal)">
                                      <p:cBhvr>
                                        <p:cTn id="36" dur="500" fill="hold"/>
                                        <p:tgtEl>
                                          <p:spTgt spid="1126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标题 1"/>
          <p:cNvSpPr>
            <a:spLocks noGrp="1"/>
          </p:cNvSpPr>
          <p:nvPr>
            <p:ph type="title"/>
          </p:nvPr>
        </p:nvSpPr>
        <p:spPr>
          <a:xfrm>
            <a:off x="533400" y="152400"/>
            <a:ext cx="8610600" cy="838200"/>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r>
              <a:rPr lang="en-US" altLang="zh-CN" sz="3600" b="1" spc="0">
                <a:effectLst>
                  <a:outerShdw blurRad="38100" dist="38100" dir="2700000" algn="tl">
                    <a:schemeClr val="bg2"/>
                  </a:outerShdw>
                </a:effectLst>
              </a:rPr>
              <a:t>1.5  </a:t>
            </a:r>
            <a:r>
              <a:rPr lang="zh-CN" altLang="en-US" sz="3600" b="1" spc="0">
                <a:effectLst>
                  <a:outerShdw blurRad="38100" dist="38100" dir="2700000" algn="tl">
                    <a:schemeClr val="bg2"/>
                  </a:outerShdw>
                </a:effectLst>
              </a:rPr>
              <a:t>实际工作中常见问题解析</a:t>
            </a:r>
            <a:endParaRPr lang="zh-CN" altLang="en-US" sz="3600" b="1">
              <a:effectLst>
                <a:outerShdw blurRad="38100" dist="38100" dir="2700000" algn="tl">
                  <a:schemeClr val="bg2"/>
                </a:outerShdw>
              </a:effectLst>
            </a:endParaRPr>
          </a:p>
        </p:txBody>
      </p:sp>
      <p:sp>
        <p:nvSpPr>
          <p:cNvPr id="113667" name="AutoShape 7"/>
          <p:cNvSpPr/>
          <p:nvPr/>
        </p:nvSpPr>
        <p:spPr>
          <a:xfrm>
            <a:off x="612775" y="1339850"/>
            <a:ext cx="4608513" cy="431800"/>
          </a:xfrm>
          <a:prstGeom prst="roundRect">
            <a:avLst>
              <a:gd name="adj" fmla="val 50000"/>
            </a:avLst>
          </a:prstGeom>
          <a:gradFill rotWithShape="1">
            <a:gsLst>
              <a:gs pos="0">
                <a:srgbClr val="BBE0E3"/>
              </a:gs>
              <a:gs pos="100000">
                <a:srgbClr val="414E4F"/>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13668" name="AutoShape 8"/>
          <p:cNvSpPr/>
          <p:nvPr/>
        </p:nvSpPr>
        <p:spPr>
          <a:xfrm>
            <a:off x="971550" y="1773238"/>
            <a:ext cx="7561263" cy="576262"/>
          </a:xfrm>
          <a:prstGeom prst="roundRect">
            <a:avLst>
              <a:gd name="adj" fmla="val 6204"/>
            </a:avLst>
          </a:prstGeom>
          <a:gradFill rotWithShape="1">
            <a:gsLst>
              <a:gs pos="0">
                <a:srgbClr val="E3F1FF"/>
              </a:gs>
              <a:gs pos="100000">
                <a:srgbClr val="6DB6FF"/>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lnSpc>
                <a:spcPct val="150000"/>
              </a:lnSpc>
              <a:spcBef>
                <a:spcPct val="0"/>
              </a:spcBef>
              <a:buClrTx/>
              <a:buSzTx/>
              <a:buFontTx/>
              <a:buBlip>
                <a:blip r:embed="rId1"/>
              </a:buBlip>
            </a:pPr>
            <a:endParaRPr lang="zh-CN" altLang="en-US" sz="1800">
              <a:solidFill>
                <a:srgbClr val="333399"/>
              </a:solidFill>
              <a:latin typeface="Arial" panose="020B0604020202020204" pitchFamily="34" charset="0"/>
              <a:ea typeface="宋体" panose="02010600030101010101" pitchFamily="2" charset="-122"/>
            </a:endParaRPr>
          </a:p>
        </p:txBody>
      </p:sp>
      <p:sp>
        <p:nvSpPr>
          <p:cNvPr id="113669" name="AutoShape 10"/>
          <p:cNvSpPr/>
          <p:nvPr/>
        </p:nvSpPr>
        <p:spPr>
          <a:xfrm>
            <a:off x="755650" y="1341438"/>
            <a:ext cx="4321175" cy="431800"/>
          </a:xfrm>
          <a:prstGeom prst="roundRect">
            <a:avLst>
              <a:gd name="adj" fmla="val 50000"/>
            </a:avLst>
          </a:prstGeom>
          <a:gradFill rotWithShape="1">
            <a:gsLst>
              <a:gs pos="0">
                <a:srgbClr val="009999"/>
              </a:gs>
              <a:gs pos="100000">
                <a:srgbClr val="001313"/>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b="1">
                <a:solidFill>
                  <a:schemeClr val="bg1"/>
                </a:solidFill>
                <a:latin typeface="Arial" panose="020B0604020202020204" pitchFamily="34" charset="0"/>
                <a:ea typeface="宋体" panose="02010600030101010101" pitchFamily="2" charset="-122"/>
              </a:rPr>
              <a:t>问题</a:t>
            </a:r>
            <a:endParaRPr lang="zh-CN" altLang="en-US" b="1">
              <a:solidFill>
                <a:schemeClr val="bg1"/>
              </a:solidFill>
              <a:latin typeface="Arial" panose="020B0604020202020204" pitchFamily="34" charset="0"/>
              <a:ea typeface="宋体" panose="02010600030101010101" pitchFamily="2" charset="-122"/>
            </a:endParaRPr>
          </a:p>
        </p:txBody>
      </p:sp>
      <p:sp>
        <p:nvSpPr>
          <p:cNvPr id="113670" name="Text Box 8"/>
          <p:cNvSpPr/>
          <p:nvPr/>
        </p:nvSpPr>
        <p:spPr>
          <a:xfrm>
            <a:off x="1239838" y="1682750"/>
            <a:ext cx="184150" cy="396875"/>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a:solidFill>
                <a:schemeClr val="tx1"/>
              </a:solidFill>
              <a:latin typeface="Arial" panose="020B0604020202020204" pitchFamily="34" charset="0"/>
              <a:ea typeface="宋体" panose="02010600030101010101" pitchFamily="2" charset="-122"/>
            </a:endParaRPr>
          </a:p>
        </p:txBody>
      </p:sp>
      <p:sp>
        <p:nvSpPr>
          <p:cNvPr id="113671" name="Text Box 9"/>
          <p:cNvSpPr/>
          <p:nvPr/>
        </p:nvSpPr>
        <p:spPr>
          <a:xfrm>
            <a:off x="1116013" y="1844675"/>
            <a:ext cx="7437437" cy="3968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r>
              <a:rPr lang="zh-CN" altLang="en-US" b="1">
                <a:solidFill>
                  <a:schemeClr val="tx1"/>
                </a:solidFill>
                <a:latin typeface="Arial" panose="020B0604020202020204" pitchFamily="34" charset="0"/>
                <a:ea typeface="宋体" panose="02010600030101010101" pitchFamily="2" charset="-122"/>
              </a:rPr>
              <a:t>虽然安装了</a:t>
            </a:r>
            <a:r>
              <a:rPr lang="en-US" altLang="zh-CN" b="1">
                <a:solidFill>
                  <a:schemeClr val="tx1"/>
                </a:solidFill>
                <a:latin typeface="Arial" panose="020B0604020202020204" pitchFamily="34" charset="0"/>
                <a:ea typeface="宋体" panose="02010600030101010101" pitchFamily="2" charset="-122"/>
              </a:rPr>
              <a:t>JDK</a:t>
            </a:r>
            <a:r>
              <a:rPr lang="zh-CN" altLang="en-US" b="1">
                <a:solidFill>
                  <a:schemeClr val="tx1"/>
                </a:solidFill>
                <a:latin typeface="Arial" panose="020B0604020202020204" pitchFamily="34" charset="0"/>
                <a:ea typeface="宋体" panose="02010600030101010101" pitchFamily="2" charset="-122"/>
              </a:rPr>
              <a:t>，却不能使用</a:t>
            </a:r>
            <a:r>
              <a:rPr lang="en-US" altLang="zh-CN" b="1">
                <a:solidFill>
                  <a:schemeClr val="tx1"/>
                </a:solidFill>
                <a:latin typeface="Arial" panose="020B0604020202020204" pitchFamily="34" charset="0"/>
                <a:ea typeface="宋体" panose="02010600030101010101" pitchFamily="2" charset="-122"/>
              </a:rPr>
              <a:t>javac</a:t>
            </a:r>
            <a:r>
              <a:rPr lang="zh-CN" altLang="en-US" b="1">
                <a:solidFill>
                  <a:schemeClr val="tx1"/>
                </a:solidFill>
                <a:latin typeface="Arial" panose="020B0604020202020204" pitchFamily="34" charset="0"/>
                <a:ea typeface="宋体" panose="02010600030101010101" pitchFamily="2" charset="-122"/>
              </a:rPr>
              <a:t>和</a:t>
            </a:r>
            <a:r>
              <a:rPr lang="en-US" altLang="zh-CN" b="1">
                <a:solidFill>
                  <a:schemeClr val="tx1"/>
                </a:solidFill>
                <a:latin typeface="Arial" panose="020B0604020202020204" pitchFamily="34" charset="0"/>
                <a:ea typeface="宋体" panose="02010600030101010101" pitchFamily="2" charset="-122"/>
              </a:rPr>
              <a:t>java</a:t>
            </a:r>
            <a:r>
              <a:rPr lang="zh-CN" altLang="en-US" b="1">
                <a:solidFill>
                  <a:schemeClr val="tx1"/>
                </a:solidFill>
                <a:latin typeface="Arial" panose="020B0604020202020204" pitchFamily="34" charset="0"/>
                <a:ea typeface="宋体" panose="02010600030101010101" pitchFamily="2" charset="-122"/>
              </a:rPr>
              <a:t>命令来开发程序。</a:t>
            </a:r>
            <a:endParaRPr lang="zh-CN" altLang="en-US" b="1">
              <a:solidFill>
                <a:schemeClr val="tx1"/>
              </a:solidFill>
              <a:latin typeface="Arial" panose="020B0604020202020204" pitchFamily="34" charset="0"/>
              <a:ea typeface="宋体" panose="02010600030101010101" pitchFamily="2" charset="-122"/>
            </a:endParaRPr>
          </a:p>
        </p:txBody>
      </p:sp>
      <p:sp>
        <p:nvSpPr>
          <p:cNvPr id="113672" name="AutoShape 7"/>
          <p:cNvSpPr/>
          <p:nvPr/>
        </p:nvSpPr>
        <p:spPr>
          <a:xfrm>
            <a:off x="541338" y="2563813"/>
            <a:ext cx="4608512" cy="431800"/>
          </a:xfrm>
          <a:prstGeom prst="roundRect">
            <a:avLst>
              <a:gd name="adj" fmla="val 50000"/>
            </a:avLst>
          </a:prstGeom>
          <a:gradFill rotWithShape="1">
            <a:gsLst>
              <a:gs pos="0">
                <a:srgbClr val="BBE0E3"/>
              </a:gs>
              <a:gs pos="100000">
                <a:srgbClr val="414E4F"/>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sz="1800">
              <a:solidFill>
                <a:schemeClr val="tx1"/>
              </a:solidFill>
              <a:latin typeface="Arial" panose="020B0604020202020204" pitchFamily="34" charset="0"/>
              <a:ea typeface="宋体" panose="02010600030101010101" pitchFamily="2" charset="-122"/>
            </a:endParaRPr>
          </a:p>
        </p:txBody>
      </p:sp>
      <p:sp>
        <p:nvSpPr>
          <p:cNvPr id="113673" name="AutoShape 8"/>
          <p:cNvSpPr/>
          <p:nvPr/>
        </p:nvSpPr>
        <p:spPr>
          <a:xfrm>
            <a:off x="900113" y="2997200"/>
            <a:ext cx="7559675" cy="2592388"/>
          </a:xfrm>
          <a:prstGeom prst="roundRect">
            <a:avLst>
              <a:gd name="adj" fmla="val 6204"/>
            </a:avLst>
          </a:prstGeom>
          <a:gradFill rotWithShape="1">
            <a:gsLst>
              <a:gs pos="0">
                <a:srgbClr val="E3F1FF"/>
              </a:gs>
              <a:gs pos="100000">
                <a:srgbClr val="6DB6FF"/>
              </a:gs>
            </a:gsLst>
            <a:lin ang="189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lnSpc>
                <a:spcPct val="150000"/>
              </a:lnSpc>
              <a:spcBef>
                <a:spcPct val="0"/>
              </a:spcBef>
              <a:buClrTx/>
              <a:buSzTx/>
              <a:buFontTx/>
              <a:buBlip>
                <a:blip r:embed="rId1"/>
              </a:buBlip>
            </a:pPr>
            <a:endParaRPr lang="zh-CN" altLang="en-US" sz="1800">
              <a:solidFill>
                <a:srgbClr val="333399"/>
              </a:solidFill>
              <a:latin typeface="Arial" panose="020B0604020202020204" pitchFamily="34" charset="0"/>
              <a:ea typeface="宋体" panose="02010600030101010101" pitchFamily="2" charset="-122"/>
            </a:endParaRPr>
          </a:p>
        </p:txBody>
      </p:sp>
      <p:sp>
        <p:nvSpPr>
          <p:cNvPr id="113674" name="AutoShape 10"/>
          <p:cNvSpPr/>
          <p:nvPr/>
        </p:nvSpPr>
        <p:spPr>
          <a:xfrm>
            <a:off x="684213" y="2565400"/>
            <a:ext cx="4321175" cy="431800"/>
          </a:xfrm>
          <a:prstGeom prst="roundRect">
            <a:avLst>
              <a:gd name="adj" fmla="val 50000"/>
            </a:avLst>
          </a:prstGeom>
          <a:gradFill rotWithShape="1">
            <a:gsLst>
              <a:gs pos="0">
                <a:srgbClr val="009999"/>
              </a:gs>
              <a:gs pos="100000">
                <a:srgbClr val="001313"/>
              </a:gs>
            </a:gsLst>
            <a:lin ang="5400000" scaled="1"/>
          </a:gradFill>
          <a:ln>
            <a:noFill/>
            <a:miter lim="800000"/>
          </a:ln>
        </p:spPr>
        <p:txBody>
          <a:bodyPr wrap="none" anchor="ctr"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algn="ctr" eaLnBrk="1" hangingPunct="1">
              <a:spcBef>
                <a:spcPct val="0"/>
              </a:spcBef>
              <a:buClrTx/>
              <a:buSzTx/>
              <a:buFontTx/>
              <a:buNone/>
            </a:pPr>
            <a:r>
              <a:rPr lang="zh-CN" altLang="en-US" b="1">
                <a:solidFill>
                  <a:schemeClr val="bg1"/>
                </a:solidFill>
                <a:latin typeface="Arial" panose="020B0604020202020204" pitchFamily="34" charset="0"/>
                <a:ea typeface="宋体" panose="02010600030101010101" pitchFamily="2" charset="-122"/>
              </a:rPr>
              <a:t>问题分析与解决</a:t>
            </a:r>
            <a:endParaRPr lang="zh-CN" altLang="en-US" b="1">
              <a:solidFill>
                <a:schemeClr val="bg1"/>
              </a:solidFill>
              <a:latin typeface="Arial" panose="020B0604020202020204" pitchFamily="34" charset="0"/>
              <a:ea typeface="宋体" panose="02010600030101010101" pitchFamily="2" charset="-122"/>
            </a:endParaRPr>
          </a:p>
        </p:txBody>
      </p:sp>
      <p:sp>
        <p:nvSpPr>
          <p:cNvPr id="113675" name="Text Box 13"/>
          <p:cNvSpPr/>
          <p:nvPr/>
        </p:nvSpPr>
        <p:spPr>
          <a:xfrm>
            <a:off x="1168400" y="2906713"/>
            <a:ext cx="184150" cy="396875"/>
          </a:xfrm>
          <a:prstGeom prst="rect">
            <a:avLst/>
          </a:prstGeom>
          <a:noFill/>
          <a:ln>
            <a:noFill/>
            <a:miter lim="800000"/>
          </a:ln>
        </p:spPr>
        <p:txBody>
          <a:bodyPr wrap="none">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endParaRPr lang="zh-CN" altLang="en-US">
              <a:solidFill>
                <a:schemeClr val="tx1"/>
              </a:solidFill>
              <a:latin typeface="Arial" panose="020B0604020202020204" pitchFamily="34" charset="0"/>
              <a:ea typeface="宋体" panose="02010600030101010101" pitchFamily="2" charset="-122"/>
            </a:endParaRPr>
          </a:p>
        </p:txBody>
      </p:sp>
      <p:sp>
        <p:nvSpPr>
          <p:cNvPr id="113676" name="Text Box 14"/>
          <p:cNvSpPr/>
          <p:nvPr/>
        </p:nvSpPr>
        <p:spPr>
          <a:xfrm>
            <a:off x="1042988" y="3141663"/>
            <a:ext cx="7273925" cy="2225675"/>
          </a:xfrm>
          <a:prstGeom prst="rect">
            <a:avLst/>
          </a:prstGeom>
          <a:noFill/>
          <a:ln>
            <a:noFill/>
            <a:miter lim="800000"/>
          </a:ln>
        </p:spPr>
        <p:txBody>
          <a:bodyPr>
            <a:sp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marL="0" lvl="0" indent="0" eaLnBrk="1" hangingPunct="1">
              <a:spcBef>
                <a:spcPct val="0"/>
              </a:spcBef>
              <a:buClrTx/>
              <a:buSzTx/>
              <a:buFontTx/>
              <a:buNone/>
            </a:pPr>
            <a:r>
              <a:rPr lang="zh-CN" altLang="en-US" b="1">
                <a:solidFill>
                  <a:schemeClr val="tx1"/>
                </a:solidFill>
                <a:latin typeface="Arial" panose="020B0604020202020204" pitchFamily="34" charset="0"/>
                <a:ea typeface="宋体" panose="02010600030101010101" pitchFamily="2" charset="-122"/>
              </a:rPr>
              <a:t>     出现此类问题的主要原因是没有配置系统环境变量或系统环境变量配置不正确。因此需要正确配置</a:t>
            </a:r>
            <a:r>
              <a:rPr lang="en-US" altLang="zh-CN" b="1">
                <a:solidFill>
                  <a:schemeClr val="tx1"/>
                </a:solidFill>
                <a:latin typeface="Arial" panose="020B0604020202020204" pitchFamily="34" charset="0"/>
                <a:ea typeface="宋体" panose="02010600030101010101" pitchFamily="2" charset="-122"/>
              </a:rPr>
              <a:t>JAVA_HOME</a:t>
            </a:r>
            <a:r>
              <a:rPr lang="zh-CN" altLang="en-US" b="1">
                <a:solidFill>
                  <a:schemeClr val="tx1"/>
                </a:solidFill>
                <a:latin typeface="Arial" panose="020B0604020202020204" pitchFamily="34" charset="0"/>
                <a:ea typeface="宋体" panose="02010600030101010101" pitchFamily="2" charset="-122"/>
              </a:rPr>
              <a:t>、</a:t>
            </a:r>
            <a:r>
              <a:rPr lang="en-US" altLang="zh-CN" b="1">
                <a:solidFill>
                  <a:schemeClr val="tx1"/>
                </a:solidFill>
                <a:latin typeface="Arial" panose="020B0604020202020204" pitchFamily="34" charset="0"/>
                <a:ea typeface="宋体" panose="02010600030101010101" pitchFamily="2" charset="-122"/>
              </a:rPr>
              <a:t>CLASSPATH</a:t>
            </a:r>
            <a:r>
              <a:rPr lang="zh-CN" altLang="en-US" b="1">
                <a:solidFill>
                  <a:schemeClr val="tx1"/>
                </a:solidFill>
                <a:latin typeface="Arial" panose="020B0604020202020204" pitchFamily="34" charset="0"/>
                <a:ea typeface="宋体" panose="02010600030101010101" pitchFamily="2" charset="-122"/>
              </a:rPr>
              <a:t>、</a:t>
            </a:r>
            <a:r>
              <a:rPr lang="en-US" altLang="zh-CN" b="1">
                <a:solidFill>
                  <a:schemeClr val="tx1"/>
                </a:solidFill>
                <a:latin typeface="Arial" panose="020B0604020202020204" pitchFamily="34" charset="0"/>
                <a:ea typeface="宋体" panose="02010600030101010101" pitchFamily="2" charset="-122"/>
              </a:rPr>
              <a:t>PATH</a:t>
            </a:r>
            <a:r>
              <a:rPr lang="zh-CN" altLang="en-US" b="1">
                <a:solidFill>
                  <a:schemeClr val="tx1"/>
                </a:solidFill>
                <a:latin typeface="Arial" panose="020B0604020202020204" pitchFamily="34" charset="0"/>
                <a:ea typeface="宋体" panose="02010600030101010101" pitchFamily="2" charset="-122"/>
              </a:rPr>
              <a:t>这</a:t>
            </a:r>
            <a:r>
              <a:rPr lang="en-US" altLang="zh-CN" b="1">
                <a:solidFill>
                  <a:schemeClr val="tx1"/>
                </a:solidFill>
                <a:latin typeface="Arial" panose="020B0604020202020204" pitchFamily="34" charset="0"/>
                <a:ea typeface="宋体" panose="02010600030101010101" pitchFamily="2" charset="-122"/>
              </a:rPr>
              <a:t>3</a:t>
            </a:r>
            <a:r>
              <a:rPr lang="zh-CN" altLang="en-US" b="1">
                <a:solidFill>
                  <a:schemeClr val="tx1"/>
                </a:solidFill>
                <a:latin typeface="Arial" panose="020B0604020202020204" pitchFamily="34" charset="0"/>
                <a:ea typeface="宋体" panose="02010600030101010101" pitchFamily="2" charset="-122"/>
              </a:rPr>
              <a:t>个环境变量。</a:t>
            </a:r>
            <a:endParaRPr lang="zh-CN" altLang="en-US" b="1">
              <a:solidFill>
                <a:schemeClr val="tx1"/>
              </a:solidFill>
              <a:latin typeface="Arial" panose="020B0604020202020204" pitchFamily="34" charset="0"/>
              <a:ea typeface="宋体" panose="02010600030101010101" pitchFamily="2" charset="-122"/>
            </a:endParaRPr>
          </a:p>
          <a:p>
            <a:pPr marL="0" lvl="0" indent="0" eaLnBrk="1" hangingPunct="1">
              <a:spcBef>
                <a:spcPct val="0"/>
              </a:spcBef>
              <a:buClrTx/>
              <a:buSzTx/>
              <a:buFontTx/>
              <a:buNone/>
            </a:pPr>
            <a:r>
              <a:rPr lang="en-US" altLang="zh-CN" b="1">
                <a:solidFill>
                  <a:schemeClr val="tx1"/>
                </a:solidFill>
                <a:latin typeface="Arial" panose="020B0604020202020204" pitchFamily="34" charset="0"/>
                <a:ea typeface="宋体" panose="02010600030101010101" pitchFamily="2" charset="-122"/>
              </a:rPr>
              <a:t>     JAVA_HOME</a:t>
            </a:r>
            <a:r>
              <a:rPr lang="zh-CN" altLang="en-US" b="1">
                <a:solidFill>
                  <a:schemeClr val="tx1"/>
                </a:solidFill>
                <a:latin typeface="Arial" panose="020B0604020202020204" pitchFamily="34" charset="0"/>
                <a:ea typeface="宋体" panose="02010600030101010101" pitchFamily="2" charset="-122"/>
              </a:rPr>
              <a:t>变量是为了确保系统能正确地找到</a:t>
            </a:r>
            <a:r>
              <a:rPr lang="en-US" altLang="zh-CN" b="1">
                <a:solidFill>
                  <a:schemeClr val="tx1"/>
                </a:solidFill>
                <a:latin typeface="Arial" panose="020B0604020202020204" pitchFamily="34" charset="0"/>
                <a:ea typeface="宋体" panose="02010600030101010101" pitchFamily="2" charset="-122"/>
              </a:rPr>
              <a:t>JDK</a:t>
            </a:r>
            <a:r>
              <a:rPr lang="zh-CN" altLang="en-US" b="1">
                <a:solidFill>
                  <a:schemeClr val="tx1"/>
                </a:solidFill>
                <a:latin typeface="Arial" panose="020B0604020202020204" pitchFamily="34" charset="0"/>
                <a:ea typeface="宋体" panose="02010600030101010101" pitchFamily="2" charset="-122"/>
              </a:rPr>
              <a:t>的位置。</a:t>
            </a:r>
            <a:endParaRPr lang="zh-CN" altLang="en-US" b="1">
              <a:solidFill>
                <a:schemeClr val="tx1"/>
              </a:solidFill>
              <a:latin typeface="Arial" panose="020B0604020202020204" pitchFamily="34" charset="0"/>
              <a:ea typeface="宋体" panose="02010600030101010101" pitchFamily="2" charset="-122"/>
            </a:endParaRPr>
          </a:p>
          <a:p>
            <a:pPr marL="0" lvl="0" indent="0" eaLnBrk="1" hangingPunct="1">
              <a:spcBef>
                <a:spcPct val="0"/>
              </a:spcBef>
              <a:buClrTx/>
              <a:buSzTx/>
              <a:buFontTx/>
              <a:buNone/>
            </a:pPr>
            <a:r>
              <a:rPr lang="en-US" altLang="zh-CN" b="1">
                <a:solidFill>
                  <a:schemeClr val="tx1"/>
                </a:solidFill>
                <a:latin typeface="Arial" panose="020B0604020202020204" pitchFamily="34" charset="0"/>
                <a:ea typeface="宋体" panose="02010600030101010101" pitchFamily="2" charset="-122"/>
              </a:rPr>
              <a:t>     CLASSPATH</a:t>
            </a:r>
            <a:r>
              <a:rPr lang="zh-CN" altLang="en-US" b="1">
                <a:solidFill>
                  <a:schemeClr val="tx1"/>
                </a:solidFill>
                <a:latin typeface="Arial" panose="020B0604020202020204" pitchFamily="34" charset="0"/>
                <a:ea typeface="宋体" panose="02010600030101010101" pitchFamily="2" charset="-122"/>
              </a:rPr>
              <a:t>变量是为了让</a:t>
            </a:r>
            <a:r>
              <a:rPr lang="en-US" altLang="zh-CN" b="1">
                <a:solidFill>
                  <a:schemeClr val="tx1"/>
                </a:solidFill>
                <a:latin typeface="Arial" panose="020B0604020202020204" pitchFamily="34" charset="0"/>
                <a:ea typeface="宋体" panose="02010600030101010101" pitchFamily="2" charset="-122"/>
              </a:rPr>
              <a:t>Java</a:t>
            </a:r>
            <a:r>
              <a:rPr lang="zh-CN" altLang="en-US" b="1">
                <a:solidFill>
                  <a:schemeClr val="tx1"/>
                </a:solidFill>
                <a:latin typeface="Arial" panose="020B0604020202020204" pitchFamily="34" charset="0"/>
                <a:ea typeface="宋体" panose="02010600030101010101" pitchFamily="2" charset="-122"/>
              </a:rPr>
              <a:t>编译器能正确地找到程序所需要的包或类库。</a:t>
            </a:r>
            <a:endParaRPr lang="zh-CN" altLang="en-US" b="1">
              <a:solidFill>
                <a:schemeClr val="tx1"/>
              </a:solidFill>
              <a:latin typeface="Arial" panose="020B0604020202020204" pitchFamily="34" charset="0"/>
              <a:ea typeface="宋体" panose="02010600030101010101" pitchFamily="2" charset="-122"/>
            </a:endParaRPr>
          </a:p>
          <a:p>
            <a:pPr marL="0" lvl="0" indent="0" eaLnBrk="1" hangingPunct="1">
              <a:spcBef>
                <a:spcPct val="0"/>
              </a:spcBef>
              <a:buClrTx/>
              <a:buSzTx/>
              <a:buFontTx/>
              <a:buNone/>
            </a:pPr>
            <a:r>
              <a:rPr lang="en-US" altLang="zh-CN" b="1">
                <a:solidFill>
                  <a:schemeClr val="tx1"/>
                </a:solidFill>
                <a:latin typeface="Arial" panose="020B0604020202020204" pitchFamily="34" charset="0"/>
                <a:ea typeface="宋体" panose="02010600030101010101" pitchFamily="2" charset="-122"/>
              </a:rPr>
              <a:t>      PATH</a:t>
            </a:r>
            <a:r>
              <a:rPr lang="zh-CN" altLang="en-US" b="1">
                <a:solidFill>
                  <a:schemeClr val="tx1"/>
                </a:solidFill>
                <a:latin typeface="Arial" panose="020B0604020202020204" pitchFamily="34" charset="0"/>
                <a:ea typeface="宋体" panose="02010600030101010101" pitchFamily="2" charset="-122"/>
              </a:rPr>
              <a:t>变量是确保系统能找到</a:t>
            </a:r>
            <a:r>
              <a:rPr lang="en-US" altLang="zh-CN" b="1">
                <a:solidFill>
                  <a:schemeClr val="tx1"/>
                </a:solidFill>
                <a:latin typeface="Arial" panose="020B0604020202020204" pitchFamily="34" charset="0"/>
                <a:ea typeface="宋体" panose="02010600030101010101" pitchFamily="2" charset="-122"/>
              </a:rPr>
              <a:t>JDK</a:t>
            </a:r>
            <a:r>
              <a:rPr lang="zh-CN" altLang="en-US" b="1">
                <a:solidFill>
                  <a:schemeClr val="tx1"/>
                </a:solidFill>
                <a:latin typeface="Arial" panose="020B0604020202020204" pitchFamily="34" charset="0"/>
                <a:ea typeface="宋体" panose="02010600030101010101" pitchFamily="2" charset="-122"/>
              </a:rPr>
              <a:t>的开发工具</a:t>
            </a:r>
            <a:r>
              <a:rPr lang="en-US" altLang="zh-CN" b="1">
                <a:solidFill>
                  <a:schemeClr val="tx1"/>
                </a:solidFill>
                <a:latin typeface="Arial" panose="020B0604020202020204" pitchFamily="34" charset="0"/>
                <a:ea typeface="宋体" panose="02010600030101010101" pitchFamily="2" charset="-122"/>
              </a:rPr>
              <a:t>javac</a:t>
            </a:r>
            <a:r>
              <a:rPr lang="zh-CN" altLang="en-US" b="1">
                <a:solidFill>
                  <a:schemeClr val="tx1"/>
                </a:solidFill>
                <a:latin typeface="Arial" panose="020B0604020202020204" pitchFamily="34" charset="0"/>
                <a:ea typeface="宋体" panose="02010600030101010101" pitchFamily="2" charset="-122"/>
              </a:rPr>
              <a:t>和</a:t>
            </a:r>
            <a:r>
              <a:rPr lang="en-US" altLang="zh-CN" b="1">
                <a:solidFill>
                  <a:schemeClr val="tx1"/>
                </a:solidFill>
                <a:latin typeface="Arial" panose="020B0604020202020204" pitchFamily="34" charset="0"/>
                <a:ea typeface="宋体" panose="02010600030101010101" pitchFamily="2" charset="-122"/>
              </a:rPr>
              <a:t>java</a:t>
            </a:r>
            <a:r>
              <a:rPr lang="zh-CN" altLang="en-US" b="1">
                <a:solidFill>
                  <a:schemeClr val="tx1"/>
                </a:solidFill>
                <a:latin typeface="Arial" panose="020B0604020202020204" pitchFamily="34" charset="0"/>
                <a:ea typeface="宋体" panose="02010600030101010101" pitchFamily="2" charset="-122"/>
              </a:rPr>
              <a:t>。</a:t>
            </a:r>
            <a:endParaRPr lang="zh-CN" altLang="en-US" b="1">
              <a:solidFill>
                <a:schemeClr val="tx1"/>
              </a:solidFill>
              <a:latin typeface="Arial" panose="020B0604020202020204" pitchFamily="34" charset="0"/>
              <a:ea typeface="宋体" panose="02010600030101010101"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13667"/>
                                        </p:tgtEl>
                                        <p:attrNameLst>
                                          <p:attrName>style.visibility</p:attrName>
                                        </p:attrNameLst>
                                      </p:cBhvr>
                                      <p:to>
                                        <p:strVal val="visible"/>
                                      </p:to>
                                    </p:set>
                                    <p:animEffect transition="in" filter="blinds(horizontal)">
                                      <p:cBhvr>
                                        <p:cTn id="7" dur="500" fill="hold"/>
                                        <p:tgtEl>
                                          <p:spTgt spid="113667"/>
                                        </p:tgtEl>
                                      </p:cBhvr>
                                    </p:animEffect>
                                  </p:childTnLst>
                                </p:cTn>
                              </p:par>
                              <p:par>
                                <p:cTn id="8" presetID="3" presetClass="entr" presetSubtype="10" fill="hold" nodeType="withEffect">
                                  <p:stCondLst>
                                    <p:cond delay="0"/>
                                  </p:stCondLst>
                                  <p:childTnLst>
                                    <p:set>
                                      <p:cBhvr>
                                        <p:cTn id="9" dur="1" fill="hold">
                                          <p:stCondLst>
                                            <p:cond delay="0"/>
                                          </p:stCondLst>
                                        </p:cTn>
                                        <p:tgtEl>
                                          <p:spTgt spid="113668"/>
                                        </p:tgtEl>
                                        <p:attrNameLst>
                                          <p:attrName>style.visibility</p:attrName>
                                        </p:attrNameLst>
                                      </p:cBhvr>
                                      <p:to>
                                        <p:strVal val="visible"/>
                                      </p:to>
                                    </p:set>
                                    <p:animEffect transition="in" filter="blinds(horizontal)">
                                      <p:cBhvr>
                                        <p:cTn id="10" dur="500" fill="hold"/>
                                        <p:tgtEl>
                                          <p:spTgt spid="113668"/>
                                        </p:tgtEl>
                                      </p:cBhvr>
                                    </p:animEffect>
                                  </p:childTnLst>
                                </p:cTn>
                              </p:par>
                              <p:par>
                                <p:cTn id="11" presetID="3" presetClass="entr" presetSubtype="10" fill="hold" nodeType="withEffect">
                                  <p:stCondLst>
                                    <p:cond delay="0"/>
                                  </p:stCondLst>
                                  <p:childTnLst>
                                    <p:set>
                                      <p:cBhvr>
                                        <p:cTn id="12" dur="1" fill="hold">
                                          <p:stCondLst>
                                            <p:cond delay="0"/>
                                          </p:stCondLst>
                                        </p:cTn>
                                        <p:tgtEl>
                                          <p:spTgt spid="113669"/>
                                        </p:tgtEl>
                                        <p:attrNameLst>
                                          <p:attrName>style.visibility</p:attrName>
                                        </p:attrNameLst>
                                      </p:cBhvr>
                                      <p:to>
                                        <p:strVal val="visible"/>
                                      </p:to>
                                    </p:set>
                                    <p:animEffect transition="in" filter="blinds(horizontal)">
                                      <p:cBhvr>
                                        <p:cTn id="13" dur="500" fill="hold"/>
                                        <p:tgtEl>
                                          <p:spTgt spid="113669"/>
                                        </p:tgtEl>
                                      </p:cBhvr>
                                    </p:animEffect>
                                  </p:childTnLst>
                                </p:cTn>
                              </p:par>
                              <p:par>
                                <p:cTn id="14" presetID="3" presetClass="entr" presetSubtype="10" fill="hold" nodeType="withEffect">
                                  <p:stCondLst>
                                    <p:cond delay="0"/>
                                  </p:stCondLst>
                                  <p:childTnLst>
                                    <p:set>
                                      <p:cBhvr>
                                        <p:cTn id="15" dur="1" fill="hold">
                                          <p:stCondLst>
                                            <p:cond delay="0"/>
                                          </p:stCondLst>
                                        </p:cTn>
                                        <p:tgtEl>
                                          <p:spTgt spid="113670"/>
                                        </p:tgtEl>
                                        <p:attrNameLst>
                                          <p:attrName>style.visibility</p:attrName>
                                        </p:attrNameLst>
                                      </p:cBhvr>
                                      <p:to>
                                        <p:strVal val="visible"/>
                                      </p:to>
                                    </p:set>
                                    <p:animEffect transition="in" filter="blinds(horizontal)">
                                      <p:cBhvr>
                                        <p:cTn id="16" dur="500" fill="hold"/>
                                        <p:tgtEl>
                                          <p:spTgt spid="113670"/>
                                        </p:tgtEl>
                                      </p:cBhvr>
                                    </p:animEffect>
                                  </p:childTnLst>
                                </p:cTn>
                              </p:par>
                              <p:par>
                                <p:cTn id="17" presetID="3" presetClass="entr" presetSubtype="10" fill="hold" nodeType="withEffect">
                                  <p:stCondLst>
                                    <p:cond delay="0"/>
                                  </p:stCondLst>
                                  <p:childTnLst>
                                    <p:set>
                                      <p:cBhvr>
                                        <p:cTn id="18" dur="1" fill="hold">
                                          <p:stCondLst>
                                            <p:cond delay="0"/>
                                          </p:stCondLst>
                                        </p:cTn>
                                        <p:tgtEl>
                                          <p:spTgt spid="113671"/>
                                        </p:tgtEl>
                                        <p:attrNameLst>
                                          <p:attrName>style.visibility</p:attrName>
                                        </p:attrNameLst>
                                      </p:cBhvr>
                                      <p:to>
                                        <p:strVal val="visible"/>
                                      </p:to>
                                    </p:set>
                                    <p:animEffect transition="in" filter="blinds(horizontal)">
                                      <p:cBhvr>
                                        <p:cTn id="19" dur="500" fill="hold"/>
                                        <p:tgtEl>
                                          <p:spTgt spid="113671"/>
                                        </p:tgtEl>
                                      </p:cBhvr>
                                    </p:animEffect>
                                  </p:childTnLst>
                                </p:cTn>
                              </p:par>
                            </p:childTnLst>
                          </p:cTn>
                        </p:par>
                      </p:childTnLst>
                    </p:cTn>
                  </p:par>
                  <p:par>
                    <p:cTn id="20" fill="hold">
                      <p:stCondLst>
                        <p:cond delay="indefinite"/>
                      </p:stCondLst>
                      <p:childTnLst>
                        <p:par>
                          <p:cTn id="21" fill="hold">
                            <p:stCondLst>
                              <p:cond delay="0"/>
                            </p:stCondLst>
                            <p:childTnLst>
                              <p:par>
                                <p:cTn id="22" presetID="34" presetClass="entr" presetSubtype="0" fill="hold" nodeType="clickEffect">
                                  <p:stCondLst>
                                    <p:cond delay="0"/>
                                  </p:stCondLst>
                                  <p:childTnLst>
                                    <p:set>
                                      <p:cBhvr>
                                        <p:cTn id="23" dur="1" fill="hold">
                                          <p:stCondLst>
                                            <p:cond delay="0"/>
                                          </p:stCondLst>
                                        </p:cTn>
                                        <p:tgtEl>
                                          <p:spTgt spid="113672"/>
                                        </p:tgtEl>
                                        <p:attrNameLst>
                                          <p:attrName>style.visibility</p:attrName>
                                        </p:attrNameLst>
                                      </p:cBhvr>
                                      <p:to>
                                        <p:strVal val="visible"/>
                                      </p:to>
                                    </p:set>
                                    <p:anim from="(-#ppt_w/2)" to="(#ppt_x)" calcmode="lin" valueType="num">
                                      <p:cBhvr>
                                        <p:cTn id="24" dur="600" fill="hold">
                                          <p:stCondLst>
                                            <p:cond delay="0"/>
                                          </p:stCondLst>
                                        </p:cTn>
                                        <p:tgtEl>
                                          <p:spTgt spid="113672"/>
                                        </p:tgtEl>
                                        <p:attrNameLst>
                                          <p:attrName>ppt_x</p:attrName>
                                        </p:attrNameLst>
                                      </p:cBhvr>
                                    </p:anim>
                                    <p:anim from="0" to="-1.0" calcmode="lin" valueType="num">
                                      <p:cBhvr>
                                        <p:cTn id="25" dur="200" decel="50000" autoRev="1" fill="hold">
                                          <p:stCondLst>
                                            <p:cond delay="600"/>
                                          </p:stCondLst>
                                        </p:cTn>
                                        <p:tgtEl>
                                          <p:spTgt spid="113672"/>
                                        </p:tgtEl>
                                        <p:attrNameLst>
                                          <p:attrName>xshear</p:attrName>
                                        </p:attrNameLst>
                                      </p:cBhvr>
                                    </p:anim>
                                    <p:animScale>
                                      <p:cBhvr>
                                        <p:cTn id="26" dur="200" decel="100000" autoRev="1" fill="hold">
                                          <p:stCondLst>
                                            <p:cond delay="600"/>
                                          </p:stCondLst>
                                        </p:cTn>
                                        <p:tgtEl>
                                          <p:spTgt spid="113672"/>
                                        </p:tgtEl>
                                      </p:cBhvr>
                                      <p:from x="100000" y="100000"/>
                                      <p:to x="80000" y="100000"/>
                                    </p:animScale>
                                    <p:anim by="(#ppt_h/3+#ppt_w*0.1)" calcmode="lin" valueType="num">
                                      <p:cBhvr additive="sum">
                                        <p:cTn id="27" dur="200" decel="100000" autoRev="1" fill="hold">
                                          <p:stCondLst>
                                            <p:cond delay="600"/>
                                          </p:stCondLst>
                                        </p:cTn>
                                        <p:tgtEl>
                                          <p:spTgt spid="113672"/>
                                        </p:tgtEl>
                                        <p:attrNameLst>
                                          <p:attrName>ppt_x</p:attrName>
                                        </p:attrNameLst>
                                      </p:cBhvr>
                                    </p:anim>
                                  </p:childTnLst>
                                </p:cTn>
                              </p:par>
                              <p:par>
                                <p:cTn id="28" presetID="34" presetClass="entr" presetSubtype="0" fill="hold" nodeType="withEffect">
                                  <p:stCondLst>
                                    <p:cond delay="0"/>
                                  </p:stCondLst>
                                  <p:childTnLst>
                                    <p:set>
                                      <p:cBhvr>
                                        <p:cTn id="29" dur="1" fill="hold">
                                          <p:stCondLst>
                                            <p:cond delay="0"/>
                                          </p:stCondLst>
                                        </p:cTn>
                                        <p:tgtEl>
                                          <p:spTgt spid="113673"/>
                                        </p:tgtEl>
                                        <p:attrNameLst>
                                          <p:attrName>style.visibility</p:attrName>
                                        </p:attrNameLst>
                                      </p:cBhvr>
                                      <p:to>
                                        <p:strVal val="visible"/>
                                      </p:to>
                                    </p:set>
                                    <p:anim from="(-#ppt_w/2)" to="(#ppt_x)" calcmode="lin" valueType="num">
                                      <p:cBhvr>
                                        <p:cTn id="30" dur="600" fill="hold">
                                          <p:stCondLst>
                                            <p:cond delay="0"/>
                                          </p:stCondLst>
                                        </p:cTn>
                                        <p:tgtEl>
                                          <p:spTgt spid="113673"/>
                                        </p:tgtEl>
                                        <p:attrNameLst>
                                          <p:attrName>ppt_x</p:attrName>
                                        </p:attrNameLst>
                                      </p:cBhvr>
                                    </p:anim>
                                    <p:anim from="0" to="-1.0" calcmode="lin" valueType="num">
                                      <p:cBhvr>
                                        <p:cTn id="31" dur="200" decel="50000" autoRev="1" fill="hold">
                                          <p:stCondLst>
                                            <p:cond delay="600"/>
                                          </p:stCondLst>
                                        </p:cTn>
                                        <p:tgtEl>
                                          <p:spTgt spid="113673"/>
                                        </p:tgtEl>
                                        <p:attrNameLst>
                                          <p:attrName>xshear</p:attrName>
                                        </p:attrNameLst>
                                      </p:cBhvr>
                                    </p:anim>
                                    <p:animScale>
                                      <p:cBhvr>
                                        <p:cTn id="32" dur="200" decel="100000" autoRev="1" fill="hold">
                                          <p:stCondLst>
                                            <p:cond delay="600"/>
                                          </p:stCondLst>
                                        </p:cTn>
                                        <p:tgtEl>
                                          <p:spTgt spid="113673"/>
                                        </p:tgtEl>
                                      </p:cBhvr>
                                      <p:from x="100000" y="100000"/>
                                      <p:to x="80000" y="100000"/>
                                    </p:animScale>
                                    <p:anim by="(#ppt_h/3+#ppt_w*0.1)" calcmode="lin" valueType="num">
                                      <p:cBhvr additive="sum">
                                        <p:cTn id="33" dur="200" decel="100000" autoRev="1" fill="hold">
                                          <p:stCondLst>
                                            <p:cond delay="600"/>
                                          </p:stCondLst>
                                        </p:cTn>
                                        <p:tgtEl>
                                          <p:spTgt spid="113673"/>
                                        </p:tgtEl>
                                        <p:attrNameLst>
                                          <p:attrName>ppt_x</p:attrName>
                                        </p:attrNameLst>
                                      </p:cBhvr>
                                    </p:anim>
                                  </p:childTnLst>
                                </p:cTn>
                              </p:par>
                              <p:par>
                                <p:cTn id="34" presetID="34" presetClass="entr" presetSubtype="0" fill="hold" nodeType="withEffect">
                                  <p:stCondLst>
                                    <p:cond delay="0"/>
                                  </p:stCondLst>
                                  <p:childTnLst>
                                    <p:set>
                                      <p:cBhvr>
                                        <p:cTn id="35" dur="1" fill="hold">
                                          <p:stCondLst>
                                            <p:cond delay="0"/>
                                          </p:stCondLst>
                                        </p:cTn>
                                        <p:tgtEl>
                                          <p:spTgt spid="113674"/>
                                        </p:tgtEl>
                                        <p:attrNameLst>
                                          <p:attrName>style.visibility</p:attrName>
                                        </p:attrNameLst>
                                      </p:cBhvr>
                                      <p:to>
                                        <p:strVal val="visible"/>
                                      </p:to>
                                    </p:set>
                                    <p:anim from="(-#ppt_w/2)" to="(#ppt_x)" calcmode="lin" valueType="num">
                                      <p:cBhvr>
                                        <p:cTn id="36" dur="600" fill="hold">
                                          <p:stCondLst>
                                            <p:cond delay="0"/>
                                          </p:stCondLst>
                                        </p:cTn>
                                        <p:tgtEl>
                                          <p:spTgt spid="113674"/>
                                        </p:tgtEl>
                                        <p:attrNameLst>
                                          <p:attrName>ppt_x</p:attrName>
                                        </p:attrNameLst>
                                      </p:cBhvr>
                                    </p:anim>
                                    <p:anim from="0" to="-1.0" calcmode="lin" valueType="num">
                                      <p:cBhvr>
                                        <p:cTn id="37" dur="200" decel="50000" autoRev="1" fill="hold">
                                          <p:stCondLst>
                                            <p:cond delay="600"/>
                                          </p:stCondLst>
                                        </p:cTn>
                                        <p:tgtEl>
                                          <p:spTgt spid="113674"/>
                                        </p:tgtEl>
                                        <p:attrNameLst>
                                          <p:attrName>xshear</p:attrName>
                                        </p:attrNameLst>
                                      </p:cBhvr>
                                    </p:anim>
                                    <p:animScale>
                                      <p:cBhvr>
                                        <p:cTn id="38" dur="200" decel="100000" autoRev="1" fill="hold">
                                          <p:stCondLst>
                                            <p:cond delay="600"/>
                                          </p:stCondLst>
                                        </p:cTn>
                                        <p:tgtEl>
                                          <p:spTgt spid="113674"/>
                                        </p:tgtEl>
                                      </p:cBhvr>
                                      <p:from x="100000" y="100000"/>
                                      <p:to x="80000" y="100000"/>
                                    </p:animScale>
                                    <p:anim by="(#ppt_h/3+#ppt_w*0.1)" calcmode="lin" valueType="num">
                                      <p:cBhvr additive="sum">
                                        <p:cTn id="39" dur="200" decel="100000" autoRev="1" fill="hold">
                                          <p:stCondLst>
                                            <p:cond delay="600"/>
                                          </p:stCondLst>
                                        </p:cTn>
                                        <p:tgtEl>
                                          <p:spTgt spid="113674"/>
                                        </p:tgtEl>
                                        <p:attrNameLst>
                                          <p:attrName>ppt_x</p:attrName>
                                        </p:attrNameLst>
                                      </p:cBhvr>
                                    </p:anim>
                                  </p:childTnLst>
                                </p:cTn>
                              </p:par>
                              <p:par>
                                <p:cTn id="40" presetID="34" presetClass="entr" presetSubtype="0" fill="hold" nodeType="withEffect">
                                  <p:stCondLst>
                                    <p:cond delay="0"/>
                                  </p:stCondLst>
                                  <p:childTnLst>
                                    <p:set>
                                      <p:cBhvr>
                                        <p:cTn id="41" dur="1" fill="hold">
                                          <p:stCondLst>
                                            <p:cond delay="0"/>
                                          </p:stCondLst>
                                        </p:cTn>
                                        <p:tgtEl>
                                          <p:spTgt spid="113675"/>
                                        </p:tgtEl>
                                        <p:attrNameLst>
                                          <p:attrName>style.visibility</p:attrName>
                                        </p:attrNameLst>
                                      </p:cBhvr>
                                      <p:to>
                                        <p:strVal val="visible"/>
                                      </p:to>
                                    </p:set>
                                    <p:anim from="(-#ppt_w/2)" to="(#ppt_x)" calcmode="lin" valueType="num">
                                      <p:cBhvr>
                                        <p:cTn id="42" dur="600" fill="hold">
                                          <p:stCondLst>
                                            <p:cond delay="0"/>
                                          </p:stCondLst>
                                        </p:cTn>
                                        <p:tgtEl>
                                          <p:spTgt spid="113675"/>
                                        </p:tgtEl>
                                        <p:attrNameLst>
                                          <p:attrName>ppt_x</p:attrName>
                                        </p:attrNameLst>
                                      </p:cBhvr>
                                    </p:anim>
                                    <p:anim from="0" to="-1.0" calcmode="lin" valueType="num">
                                      <p:cBhvr>
                                        <p:cTn id="43" dur="200" decel="50000" autoRev="1" fill="hold">
                                          <p:stCondLst>
                                            <p:cond delay="600"/>
                                          </p:stCondLst>
                                        </p:cTn>
                                        <p:tgtEl>
                                          <p:spTgt spid="113675"/>
                                        </p:tgtEl>
                                        <p:attrNameLst>
                                          <p:attrName>xshear</p:attrName>
                                        </p:attrNameLst>
                                      </p:cBhvr>
                                    </p:anim>
                                    <p:animScale>
                                      <p:cBhvr>
                                        <p:cTn id="44" dur="200" decel="100000" autoRev="1" fill="hold">
                                          <p:stCondLst>
                                            <p:cond delay="600"/>
                                          </p:stCondLst>
                                        </p:cTn>
                                        <p:tgtEl>
                                          <p:spTgt spid="113675"/>
                                        </p:tgtEl>
                                      </p:cBhvr>
                                      <p:from x="100000" y="100000"/>
                                      <p:to x="80000" y="100000"/>
                                    </p:animScale>
                                    <p:anim by="(#ppt_h/3+#ppt_w*0.1)" calcmode="lin" valueType="num">
                                      <p:cBhvr additive="sum">
                                        <p:cTn id="45" dur="200" decel="100000" autoRev="1" fill="hold">
                                          <p:stCondLst>
                                            <p:cond delay="600"/>
                                          </p:stCondLst>
                                        </p:cTn>
                                        <p:tgtEl>
                                          <p:spTgt spid="113675"/>
                                        </p:tgtEl>
                                        <p:attrNameLst>
                                          <p:attrName>ppt_x</p:attrName>
                                        </p:attrNameLst>
                                      </p:cBhvr>
                                    </p:anim>
                                  </p:childTnLst>
                                </p:cTn>
                              </p:par>
                              <p:par>
                                <p:cTn id="46" presetID="34" presetClass="entr" presetSubtype="0" fill="hold" nodeType="withEffect">
                                  <p:stCondLst>
                                    <p:cond delay="0"/>
                                  </p:stCondLst>
                                  <p:childTnLst>
                                    <p:set>
                                      <p:cBhvr>
                                        <p:cTn id="47" dur="1" fill="hold">
                                          <p:stCondLst>
                                            <p:cond delay="0"/>
                                          </p:stCondLst>
                                        </p:cTn>
                                        <p:tgtEl>
                                          <p:spTgt spid="113676"/>
                                        </p:tgtEl>
                                        <p:attrNameLst>
                                          <p:attrName>style.visibility</p:attrName>
                                        </p:attrNameLst>
                                      </p:cBhvr>
                                      <p:to>
                                        <p:strVal val="visible"/>
                                      </p:to>
                                    </p:set>
                                    <p:anim from="(-#ppt_w/2)" to="(#ppt_x)" calcmode="lin" valueType="num">
                                      <p:cBhvr>
                                        <p:cTn id="48" dur="600" fill="hold">
                                          <p:stCondLst>
                                            <p:cond delay="0"/>
                                          </p:stCondLst>
                                        </p:cTn>
                                        <p:tgtEl>
                                          <p:spTgt spid="113676"/>
                                        </p:tgtEl>
                                        <p:attrNameLst>
                                          <p:attrName>ppt_x</p:attrName>
                                        </p:attrNameLst>
                                      </p:cBhvr>
                                    </p:anim>
                                    <p:anim from="0" to="-1.0" calcmode="lin" valueType="num">
                                      <p:cBhvr>
                                        <p:cTn id="49" dur="200" decel="50000" autoRev="1" fill="hold">
                                          <p:stCondLst>
                                            <p:cond delay="600"/>
                                          </p:stCondLst>
                                        </p:cTn>
                                        <p:tgtEl>
                                          <p:spTgt spid="113676"/>
                                        </p:tgtEl>
                                        <p:attrNameLst>
                                          <p:attrName>xshear</p:attrName>
                                        </p:attrNameLst>
                                      </p:cBhvr>
                                    </p:anim>
                                    <p:animScale>
                                      <p:cBhvr>
                                        <p:cTn id="50" dur="200" decel="100000" autoRev="1" fill="hold">
                                          <p:stCondLst>
                                            <p:cond delay="600"/>
                                          </p:stCondLst>
                                        </p:cTn>
                                        <p:tgtEl>
                                          <p:spTgt spid="113676"/>
                                        </p:tgtEl>
                                      </p:cBhvr>
                                      <p:from x="100000" y="100000"/>
                                      <p:to x="80000" y="100000"/>
                                    </p:animScale>
                                    <p:anim by="(#ppt_h/3+#ppt_w*0.1)" calcmode="lin" valueType="num">
                                      <p:cBhvr additive="sum">
                                        <p:cTn id="51" dur="200" decel="100000" autoRev="1" fill="hold">
                                          <p:stCondLst>
                                            <p:cond delay="600"/>
                                          </p:stCondLst>
                                        </p:cTn>
                                        <p:tgtEl>
                                          <p:spTgt spid="113676"/>
                                        </p:tgtEl>
                                        <p:attrNameLst>
                                          <p:attrName>ppt_x</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p:cNvSpPr>
            <a:spLocks noGrp="1" noRot="1" noChangeArrowheads="1"/>
          </p:cNvSpPr>
          <p:nvPr>
            <p:ph type="title"/>
          </p:nvPr>
        </p:nvSpPr>
        <p:spPr>
          <a:xfrm>
            <a:off x="457200" y="152400"/>
            <a:ext cx="8305800" cy="563563"/>
          </a:xfrm>
          <a:prstGeom prst="rect">
            <a:avLst/>
          </a:prstGeom>
        </p:spPr>
        <p:txBody>
          <a:bodyPr vert="horz" wrap="square" lIns="91440" tIns="45720" rIns="91440" bIns="45720" numCol="1" anchor="ctr" anchorCtr="0" compatLnSpc="1">
            <a:noAutofit/>
          </a:bodyPr>
          <a:lstStyle>
            <a:lvl1pPr marL="0" indent="0" algn="ctr" defTabSz="914400" rtl="0" eaLnBrk="0" fontAlgn="base" hangingPunct="0">
              <a:lnSpc>
                <a:spcPct val="90000"/>
              </a:lnSpc>
              <a:spcBef>
                <a:spcPct val="0"/>
              </a:spcBef>
              <a:spcAft>
                <a:spcPct val="0"/>
              </a:spcAft>
              <a:buClrTx/>
              <a:buSzTx/>
              <a:buFontTx/>
              <a:buNone/>
              <a:defRPr kumimoji="0" lang="zh-CN" altLang="en-US" sz="4000" b="0" i="0" u="none" kern="1200" baseline="0">
                <a:solidFill>
                  <a:schemeClr val="bg1"/>
                </a:solidFill>
                <a:latin typeface="Times New Roman" panose="02020603050405020304" pitchFamily="18" charset="0"/>
                <a:ea typeface="华文新魏" pitchFamily="2" charset="-122"/>
                <a:cs typeface="+mj-cs"/>
              </a:defRPr>
            </a:lvl1pPr>
          </a:lstStyle>
          <a:p>
            <a:pPr marL="0" marR="0" lvl="0" indent="0" eaLnBrk="1" hangingPunct="1"/>
            <a:endParaRPr lang="zh-CN" altLang="zh-CN">
              <a:effectLst>
                <a:outerShdw blurRad="38100" dist="38100" dir="2700000" algn="tl">
                  <a:schemeClr val="bg2"/>
                </a:outerShdw>
              </a:effectLst>
              <a:ea typeface="宋体" panose="02010600030101010101" pitchFamily="2" charset="-122"/>
            </a:endParaRPr>
          </a:p>
        </p:txBody>
      </p:sp>
      <p:sp>
        <p:nvSpPr>
          <p:cNvPr id="114691" name="Rectangle 3"/>
          <p:cNvSpPr>
            <a:spLocks noGrp="1" noRot="1"/>
          </p:cNvSpPr>
          <p:nvPr>
            <p:ph idx="1"/>
          </p:nvPr>
        </p:nvSpPr>
        <p:spPr>
          <a:xfrm>
            <a:off x="457200" y="1447800"/>
            <a:ext cx="8153400" cy="4876800"/>
          </a:xfrm>
          <a:noFill/>
          <a:ln>
            <a:miter lim="800000"/>
          </a:ln>
        </p:spPr>
        <p:txBody>
          <a:bodyPr vert="horz" wrap="square" lIns="91440" tIns="45720" rIns="91440" bIns="45720" anchor="t" anchorCtr="0">
            <a:noAutofit/>
          </a:bodyPr>
          <a:lstStyle>
            <a:lvl1pPr marL="342900" indent="-3429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1pPr>
            <a:lvl2pPr marL="742950" indent="-285750" algn="l" defTabSz="914400" rtl="0" eaLnBrk="0" fontAlgn="base" hangingPunct="0">
              <a:lnSpc>
                <a:spcPct val="100000"/>
              </a:lnSpc>
              <a:spcBef>
                <a:spcPct val="20000"/>
              </a:spcBef>
              <a:spcAft>
                <a:spcPct val="0"/>
              </a:spcAft>
              <a:buClr>
                <a:schemeClr val="tx1"/>
              </a:buClr>
              <a:buSzPct val="75000"/>
              <a:buFontTx/>
              <a:buChar char="–"/>
              <a:defRPr kumimoji="0" lang="zh-CN" altLang="en-US" sz="2000" b="0" i="0" u="none" kern="1200" baseline="0">
                <a:solidFill>
                  <a:srgbClr val="000000"/>
                </a:solidFill>
                <a:latin typeface="+mn-lt"/>
                <a:ea typeface="+mn-ea"/>
                <a:cs typeface="+mn-cs"/>
              </a:defRPr>
            </a:lvl2pPr>
            <a:lvl3pPr marL="1143000" indent="-228600" algn="l" defTabSz="914400" rtl="0" eaLnBrk="0" fontAlgn="base" hangingPunct="0">
              <a:lnSpc>
                <a:spcPct val="100000"/>
              </a:lnSpc>
              <a:spcBef>
                <a:spcPct val="20000"/>
              </a:spcBef>
              <a:spcAft>
                <a:spcPct val="0"/>
              </a:spcAft>
              <a:buClr>
                <a:schemeClr val="tx1"/>
              </a:buClr>
              <a:buSzPct val="75000"/>
              <a:buFont typeface="Wingdings" panose="05000000000000000000" pitchFamily="2" charset="2"/>
              <a:buChar char="l"/>
              <a:defRPr kumimoji="0" lang="zh-CN" altLang="en-US" sz="2000" b="0" i="0" u="none" kern="1200" baseline="0">
                <a:solidFill>
                  <a:srgbClr val="000000"/>
                </a:solidFill>
                <a:latin typeface="+mn-lt"/>
                <a:ea typeface="+mn-ea"/>
                <a:cs typeface="+mn-cs"/>
              </a:defRPr>
            </a:lvl3pPr>
            <a:lvl4pPr marL="1600200" indent="-228600" algn="l" defTabSz="914400" rtl="0" eaLnBrk="0" fontAlgn="base" hangingPunct="0">
              <a:lnSpc>
                <a:spcPct val="100000"/>
              </a:lnSpc>
              <a:spcBef>
                <a:spcPct val="20000"/>
              </a:spcBef>
              <a:spcAft>
                <a:spcPct val="0"/>
              </a:spcAft>
              <a:buClr>
                <a:schemeClr val="tx1"/>
              </a:buClr>
              <a:buSzPct val="80000"/>
              <a:buFontTx/>
              <a:buChar char="–"/>
              <a:defRPr kumimoji="0" lang="zh-CN" altLang="en-US" sz="2000" b="0" i="0" u="none" kern="1200" baseline="0">
                <a:solidFill>
                  <a:srgbClr val="000000"/>
                </a:solidFill>
                <a:latin typeface="+mn-lt"/>
                <a:ea typeface="+mn-ea"/>
                <a:cs typeface="+mn-cs"/>
              </a:defRPr>
            </a:lvl4pPr>
            <a:lvl5pPr marL="2057400" indent="-228600" algn="l" defTabSz="914400" rtl="0" eaLnBrk="0" fontAlgn="base" hangingPunct="0">
              <a:lnSpc>
                <a:spcPct val="100000"/>
              </a:lnSpc>
              <a:spcBef>
                <a:spcPct val="20000"/>
              </a:spcBef>
              <a:spcAft>
                <a:spcPct val="0"/>
              </a:spcAft>
              <a:buClr>
                <a:schemeClr val="tx1"/>
              </a:buClr>
              <a:buSzPct val="65000"/>
              <a:buFont typeface="Wingdings" panose="05000000000000000000" pitchFamily="2" charset="2"/>
              <a:buChar char="l"/>
              <a:defRPr kumimoji="0" lang="zh-CN" altLang="en-US" sz="2000" b="0" i="0" u="none" kern="1200" baseline="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lang="zh-CN" altLang="en-US" sz="1800" kern="1200">
                <a:solidFill>
                  <a:schemeClr val="tx1"/>
                </a:solidFill>
                <a:latin typeface="+mn-lt"/>
                <a:ea typeface="+mn-ea"/>
                <a:cs typeface="+mn-cs"/>
              </a:defRPr>
            </a:lvl9pPr>
          </a:lstStyle>
          <a:p>
            <a:pPr lvl="0" eaLnBrk="1" hangingPunct="1"/>
            <a:endParaRPr lang="zh-CN" altLang="zh-CN">
              <a:ea typeface="宋体" panose="02010600030101010101" pitchFamily="2" charset="-122"/>
            </a:endParaRPr>
          </a:p>
        </p:txBody>
      </p:sp>
      <p:pic>
        <p:nvPicPr>
          <p:cNvPr id="114692" name="Picture 5"/>
          <p:cNvPicPr>
            <a:picLocks noChangeAspect="1"/>
          </p:cNvPicPr>
          <p:nvPr/>
        </p:nvPicPr>
        <p:blipFill>
          <a:blip r:embed="rId1"/>
          <a:stretch>
            <a:fillRect/>
          </a:stretch>
        </p:blipFill>
        <p:spPr>
          <a:xfrm>
            <a:off x="0" y="0"/>
            <a:ext cx="9144000" cy="6858000"/>
          </a:xfrm>
          <a:prstGeom prst="rect">
            <a:avLst/>
          </a:prstGeom>
          <a:noFill/>
          <a:ln>
            <a:noFill/>
            <a:miter lim="800000"/>
            <a:headEnd/>
            <a:tailEnd/>
          </a:ln>
        </p:spPr>
      </p:pic>
      <p:pic>
        <p:nvPicPr>
          <p:cNvPr id="114693" name="New picture"/>
          <p:cNvPicPr/>
          <p:nvPr/>
        </p:nvPicPr>
        <p:blipFill>
          <a:blip r:embed="rId2"/>
          <a:stretch>
            <a:fillRect/>
          </a:stretch>
        </p:blipFill>
        <p:spPr>
          <a:xfrm>
            <a:off x="10172700" y="11442700"/>
            <a:ext cx="342900" cy="241300"/>
          </a:xfrm>
          <a:prstGeom prst="cube">
            <a:avLst/>
          </a:prstGeom>
        </p:spPr>
      </p:pic>
    </p:spTree>
  </p:cSld>
  <p:clrMapOvr>
    <a:masterClrMapping/>
  </p:clrMapOvr>
  <mc:AlternateContent xmlns:mc="http://schemas.openxmlformats.org/markup-compatibility/2006">
    <mc:Choice xmlns:p14="http://schemas.microsoft.com/office/powerpoint/2010/main" Requires="p14">
      <p:transition p14:dur="1200">
        <p:zoom/>
      </p:transition>
    </mc:Choice>
    <mc:Fallback>
      <p:transition>
        <p:zoom/>
      </p:transition>
    </mc:Fallback>
  </mc:AlternateContent>
</p:sld>
</file>

<file path=ppt/tags/tag1.xml><?xml version="1.0" encoding="utf-8"?>
<p:tagLst xmlns:p="http://schemas.openxmlformats.org/presentationml/2006/main">
  <p:tag name="AS_OS" val="Unix 3.10 unknown"/>
  <p:tag name="AS_RELEASE_DATE" val="2020.11.30"/>
  <p:tag name="AS_TITLE" val="Aspose.Slides for Java"/>
  <p:tag name="AS_VERSION" val="20.11"/>
</p:tagLst>
</file>

<file path=ppt/theme/theme1.xml><?xml version="1.0" encoding="utf-8"?>
<a:theme xmlns:a="http://schemas.openxmlformats.org/drawingml/2006/main" name="PPT模板">
  <a:themeElements>
    <a:clrScheme name="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Capsules">
  <a:themeElements>
    <a:clrScheme name="2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fontScheme name="2_Capsules">
      <a:majorFont>
        <a:latin typeface="Times New Roman"/>
        <a:ea typeface="华文新魏"/>
        <a:cs typeface="Arial"/>
      </a:majorFont>
      <a:minorFont>
        <a:latin typeface="Times New Roman"/>
        <a:ea typeface="黑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clrMap bg1="lt1" tx1="dk1" bg2="lt2" tx2="dk2" accent1="accent1" accent2="accent2" accent3="accent3" accent4="accent4" accent5="accent5" accent6="accent6" hlink="hlink" folHlink="folHlink"/>
    </a:extraClrScheme>
    <a:extraClrScheme>
      <a:clrScheme name="2_Capsules 2">
        <a:dk1>
          <a:srgbClr val="000000"/>
        </a:dk1>
        <a:lt1>
          <a:srgbClr val="FFFFFF"/>
        </a:lt1>
        <a:dk2>
          <a:srgbClr val="000000"/>
        </a:dk2>
        <a:lt2>
          <a:srgbClr val="808000"/>
        </a:lt2>
        <a:accent1>
          <a:srgbClr val="FFCC99"/>
        </a:accent1>
        <a:accent2>
          <a:srgbClr val="99CC00"/>
        </a:accent2>
        <a:accent3>
          <a:srgbClr val="FFFFFF"/>
        </a:accent3>
        <a:accent4>
          <a:srgbClr val="000000"/>
        </a:accent4>
        <a:accent5>
          <a:srgbClr val="FFE2CA"/>
        </a:accent5>
        <a:accent6>
          <a:srgbClr val="8AB900"/>
        </a:accent6>
        <a:hlink>
          <a:srgbClr val="336600"/>
        </a:hlink>
        <a:folHlink>
          <a:srgbClr val="FFCC00"/>
        </a:folHlink>
      </a:clrScheme>
      <a:clrMap bg1="lt1" tx1="dk1" bg2="lt2" tx2="dk2" accent1="accent1" accent2="accent2" accent3="accent3" accent4="accent4" accent5="accent5" accent6="accent6" hlink="hlink" folHlink="folHlink"/>
    </a:extraClrScheme>
    <a:extraClrScheme>
      <a:clrScheme name="2_Capsules 3">
        <a:dk1>
          <a:srgbClr val="006699"/>
        </a:dk1>
        <a:lt1>
          <a:srgbClr val="FFFFFF"/>
        </a:lt1>
        <a:dk2>
          <a:srgbClr val="6699FF"/>
        </a:dk2>
        <a:lt2>
          <a:srgbClr val="FFFFFF"/>
        </a:lt2>
        <a:accent1>
          <a:srgbClr val="33CCCC"/>
        </a:accent1>
        <a:accent2>
          <a:srgbClr val="006699"/>
        </a:accent2>
        <a:accent3>
          <a:srgbClr val="B8CAFF"/>
        </a:accent3>
        <a:accent4>
          <a:srgbClr val="DADADA"/>
        </a:accent4>
        <a:accent5>
          <a:srgbClr val="ADE2E2"/>
        </a:accent5>
        <a:accent6>
          <a:srgbClr val="005C8A"/>
        </a:accent6>
        <a:hlink>
          <a:srgbClr val="99CC00"/>
        </a:hlink>
        <a:folHlink>
          <a:srgbClr val="FFFFCC"/>
        </a:folHlink>
      </a:clrScheme>
      <a:clrMap bg1="dk2" tx1="lt1" bg2="dk1" tx2="lt2" accent1="accent1" accent2="accent2" accent3="accent3" accent4="accent4" accent5="accent5" accent6="accent6" hlink="hlink" folHlink="folHlink"/>
    </a:extraClrScheme>
    <a:extraClrScheme>
      <a:clrScheme name="2_Capsules 4">
        <a:dk1>
          <a:srgbClr val="000000"/>
        </a:dk1>
        <a:lt1>
          <a:srgbClr val="FFFFFF"/>
        </a:lt1>
        <a:dk2>
          <a:srgbClr val="9900CC"/>
        </a:dk2>
        <a:lt2>
          <a:srgbClr val="006600"/>
        </a:lt2>
        <a:accent1>
          <a:srgbClr val="33CC33"/>
        </a:accent1>
        <a:accent2>
          <a:srgbClr val="FFCC66"/>
        </a:accent2>
        <a:accent3>
          <a:srgbClr val="FFFFFF"/>
        </a:accent3>
        <a:accent4>
          <a:srgbClr val="000000"/>
        </a:accent4>
        <a:accent5>
          <a:srgbClr val="ADE2AD"/>
        </a:accent5>
        <a:accent6>
          <a:srgbClr val="E7B95C"/>
        </a:accent6>
        <a:hlink>
          <a:srgbClr val="0033CC"/>
        </a:hlink>
        <a:folHlink>
          <a:srgbClr val="CC0066"/>
        </a:folHlink>
      </a:clrScheme>
      <a:clrMap bg1="lt1" tx1="dk1" bg2="lt2" tx2="dk2" accent1="accent1" accent2="accent2" accent3="accent3" accent4="accent4" accent5="accent5" accent6="accent6" hlink="hlink" folHlink="folHlink"/>
    </a:extraClrScheme>
    <a:extraClrScheme>
      <a:clrScheme name="2_Capsules 5">
        <a:dk1>
          <a:srgbClr val="000066"/>
        </a:dk1>
        <a:lt1>
          <a:srgbClr val="FFFFFF"/>
        </a:lt1>
        <a:dk2>
          <a:srgbClr val="336699"/>
        </a:dk2>
        <a:lt2>
          <a:srgbClr val="FFFFEB"/>
        </a:lt2>
        <a:accent1>
          <a:srgbClr val="99CCFF"/>
        </a:accent1>
        <a:accent2>
          <a:srgbClr val="9999FF"/>
        </a:accent2>
        <a:accent3>
          <a:srgbClr val="ADB8CA"/>
        </a:accent3>
        <a:accent4>
          <a:srgbClr val="DADADA"/>
        </a:accent4>
        <a:accent5>
          <a:srgbClr val="CAE2FF"/>
        </a:accent5>
        <a:accent6>
          <a:srgbClr val="8A8A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2_Capsules 6">
        <a:dk1>
          <a:srgbClr val="808000"/>
        </a:dk1>
        <a:lt1>
          <a:srgbClr val="FFFFFF"/>
        </a:lt1>
        <a:dk2>
          <a:srgbClr val="006666"/>
        </a:dk2>
        <a:lt2>
          <a:srgbClr val="FFFFFF"/>
        </a:lt2>
        <a:accent1>
          <a:srgbClr val="FFCC66"/>
        </a:accent1>
        <a:accent2>
          <a:srgbClr val="00ACA8"/>
        </a:accent2>
        <a:accent3>
          <a:srgbClr val="AAB8B8"/>
        </a:accent3>
        <a:accent4>
          <a:srgbClr val="DADADA"/>
        </a:accent4>
        <a:accent5>
          <a:srgbClr val="FFE2B8"/>
        </a:accent5>
        <a:accent6>
          <a:srgbClr val="009B98"/>
        </a:accent6>
        <a:hlink>
          <a:srgbClr val="CCCC00"/>
        </a:hlink>
        <a:folHlink>
          <a:srgbClr val="33CCCC"/>
        </a:folHlink>
      </a:clrScheme>
      <a:clrMap bg1="dk2" tx1="lt1" bg2="dk1" tx2="lt2" accent1="accent1" accent2="accent2" accent3="accent3" accent4="accent4" accent5="accent5" accent6="accent6" hlink="hlink" folHlink="folHlink"/>
    </a:extraClrScheme>
    <a:extraClrScheme>
      <a:clrScheme name="2_Capsules 7">
        <a:dk1>
          <a:srgbClr val="FFFFCC"/>
        </a:dk1>
        <a:lt1>
          <a:srgbClr val="FFFFFF"/>
        </a:lt1>
        <a:dk2>
          <a:srgbClr val="660033"/>
        </a:dk2>
        <a:lt2>
          <a:srgbClr val="FFFFFF"/>
        </a:lt2>
        <a:accent1>
          <a:srgbClr val="FF9900"/>
        </a:accent1>
        <a:accent2>
          <a:srgbClr val="CC3300"/>
        </a:accent2>
        <a:accent3>
          <a:srgbClr val="B8AAAD"/>
        </a:accent3>
        <a:accent4>
          <a:srgbClr val="DADADA"/>
        </a:accent4>
        <a:accent5>
          <a:srgbClr val="FFCAAA"/>
        </a:accent5>
        <a:accent6>
          <a:srgbClr val="B92D00"/>
        </a:accent6>
        <a:hlink>
          <a:srgbClr val="FFCC00"/>
        </a:hlink>
        <a:folHlink>
          <a:srgbClr val="FFCC99"/>
        </a:folHlink>
      </a:clrScheme>
      <a:clrMap bg1="dk2" tx1="lt1" bg2="dk1" tx2="lt2" accent1="accent1" accent2="accent2" accent3="accent3" accent4="accent4" accent5="accent5" accent6="accent6" hlink="hlink" folHlink="folHlink"/>
    </a:extraClrScheme>
    <a:extraClrScheme>
      <a:clrScheme name="2_Capsules 8">
        <a:dk1>
          <a:srgbClr val="FF0000"/>
        </a:dk1>
        <a:lt1>
          <a:srgbClr val="FFFFFF"/>
        </a:lt1>
        <a:dk2>
          <a:srgbClr val="000000"/>
        </a:dk2>
        <a:lt2>
          <a:srgbClr val="FFFFFF"/>
        </a:lt2>
        <a:accent1>
          <a:srgbClr val="FFCC00"/>
        </a:accent1>
        <a:accent2>
          <a:srgbClr val="CC3300"/>
        </a:accent2>
        <a:accent3>
          <a:srgbClr val="AAAAAA"/>
        </a:accent3>
        <a:accent4>
          <a:srgbClr val="DADADA"/>
        </a:accent4>
        <a:accent5>
          <a:srgbClr val="FFE2AA"/>
        </a:accent5>
        <a:accent6>
          <a:srgbClr val="B92D00"/>
        </a:accent6>
        <a:hlink>
          <a:srgbClr val="FF6600"/>
        </a:hlink>
        <a:folHlink>
          <a:srgbClr val="FF7C8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PPT模板">
  <a:themeElements>
    <a:clrScheme name="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Capsules">
  <a:themeElements>
    <a:clrScheme name="3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fontScheme name="3_Capsules">
      <a:majorFont>
        <a:latin typeface="Times New Roman"/>
        <a:ea typeface="华文新魏"/>
        <a:cs typeface="Arial"/>
      </a:majorFont>
      <a:minorFont>
        <a:latin typeface="Times New Roman"/>
        <a:ea typeface="黑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clrMap bg1="lt1" tx1="dk1" bg2="lt2" tx2="dk2" accent1="accent1" accent2="accent2" accent3="accent3" accent4="accent4" accent5="accent5" accent6="accent6" hlink="hlink" folHlink="folHlink"/>
    </a:extraClrScheme>
    <a:extraClrScheme>
      <a:clrScheme name="3_Capsules 2">
        <a:dk1>
          <a:srgbClr val="000000"/>
        </a:dk1>
        <a:lt1>
          <a:srgbClr val="FFFFFF"/>
        </a:lt1>
        <a:dk2>
          <a:srgbClr val="000000"/>
        </a:dk2>
        <a:lt2>
          <a:srgbClr val="808000"/>
        </a:lt2>
        <a:accent1>
          <a:srgbClr val="FFCC99"/>
        </a:accent1>
        <a:accent2>
          <a:srgbClr val="99CC00"/>
        </a:accent2>
        <a:accent3>
          <a:srgbClr val="FFFFFF"/>
        </a:accent3>
        <a:accent4>
          <a:srgbClr val="000000"/>
        </a:accent4>
        <a:accent5>
          <a:srgbClr val="FFE2CA"/>
        </a:accent5>
        <a:accent6>
          <a:srgbClr val="8AB900"/>
        </a:accent6>
        <a:hlink>
          <a:srgbClr val="336600"/>
        </a:hlink>
        <a:folHlink>
          <a:srgbClr val="FFCC00"/>
        </a:folHlink>
      </a:clrScheme>
      <a:clrMap bg1="lt1" tx1="dk1" bg2="lt2" tx2="dk2" accent1="accent1" accent2="accent2" accent3="accent3" accent4="accent4" accent5="accent5" accent6="accent6" hlink="hlink" folHlink="folHlink"/>
    </a:extraClrScheme>
    <a:extraClrScheme>
      <a:clrScheme name="3_Capsules 3">
        <a:dk1>
          <a:srgbClr val="006699"/>
        </a:dk1>
        <a:lt1>
          <a:srgbClr val="FFFFFF"/>
        </a:lt1>
        <a:dk2>
          <a:srgbClr val="6699FF"/>
        </a:dk2>
        <a:lt2>
          <a:srgbClr val="FFFFFF"/>
        </a:lt2>
        <a:accent1>
          <a:srgbClr val="33CCCC"/>
        </a:accent1>
        <a:accent2>
          <a:srgbClr val="006699"/>
        </a:accent2>
        <a:accent3>
          <a:srgbClr val="B8CAFF"/>
        </a:accent3>
        <a:accent4>
          <a:srgbClr val="DADADA"/>
        </a:accent4>
        <a:accent5>
          <a:srgbClr val="ADE2E2"/>
        </a:accent5>
        <a:accent6>
          <a:srgbClr val="005C8A"/>
        </a:accent6>
        <a:hlink>
          <a:srgbClr val="99CC00"/>
        </a:hlink>
        <a:folHlink>
          <a:srgbClr val="FFFFCC"/>
        </a:folHlink>
      </a:clrScheme>
      <a:clrMap bg1="dk2" tx1="lt1" bg2="dk1" tx2="lt2" accent1="accent1" accent2="accent2" accent3="accent3" accent4="accent4" accent5="accent5" accent6="accent6" hlink="hlink" folHlink="folHlink"/>
    </a:extraClrScheme>
    <a:extraClrScheme>
      <a:clrScheme name="3_Capsules 4">
        <a:dk1>
          <a:srgbClr val="000000"/>
        </a:dk1>
        <a:lt1>
          <a:srgbClr val="FFFFFF"/>
        </a:lt1>
        <a:dk2>
          <a:srgbClr val="9900CC"/>
        </a:dk2>
        <a:lt2>
          <a:srgbClr val="006600"/>
        </a:lt2>
        <a:accent1>
          <a:srgbClr val="33CC33"/>
        </a:accent1>
        <a:accent2>
          <a:srgbClr val="FFCC66"/>
        </a:accent2>
        <a:accent3>
          <a:srgbClr val="FFFFFF"/>
        </a:accent3>
        <a:accent4>
          <a:srgbClr val="000000"/>
        </a:accent4>
        <a:accent5>
          <a:srgbClr val="ADE2AD"/>
        </a:accent5>
        <a:accent6>
          <a:srgbClr val="E7B95C"/>
        </a:accent6>
        <a:hlink>
          <a:srgbClr val="0033CC"/>
        </a:hlink>
        <a:folHlink>
          <a:srgbClr val="CC0066"/>
        </a:folHlink>
      </a:clrScheme>
      <a:clrMap bg1="lt1" tx1="dk1" bg2="lt2" tx2="dk2" accent1="accent1" accent2="accent2" accent3="accent3" accent4="accent4" accent5="accent5" accent6="accent6" hlink="hlink" folHlink="folHlink"/>
    </a:extraClrScheme>
    <a:extraClrScheme>
      <a:clrScheme name="3_Capsules 5">
        <a:dk1>
          <a:srgbClr val="000066"/>
        </a:dk1>
        <a:lt1>
          <a:srgbClr val="FFFFFF"/>
        </a:lt1>
        <a:dk2>
          <a:srgbClr val="336699"/>
        </a:dk2>
        <a:lt2>
          <a:srgbClr val="FFFFEB"/>
        </a:lt2>
        <a:accent1>
          <a:srgbClr val="99CCFF"/>
        </a:accent1>
        <a:accent2>
          <a:srgbClr val="9999FF"/>
        </a:accent2>
        <a:accent3>
          <a:srgbClr val="ADB8CA"/>
        </a:accent3>
        <a:accent4>
          <a:srgbClr val="DADADA"/>
        </a:accent4>
        <a:accent5>
          <a:srgbClr val="CAE2FF"/>
        </a:accent5>
        <a:accent6>
          <a:srgbClr val="8A8A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3_Capsules 6">
        <a:dk1>
          <a:srgbClr val="808000"/>
        </a:dk1>
        <a:lt1>
          <a:srgbClr val="FFFFFF"/>
        </a:lt1>
        <a:dk2>
          <a:srgbClr val="006666"/>
        </a:dk2>
        <a:lt2>
          <a:srgbClr val="FFFFFF"/>
        </a:lt2>
        <a:accent1>
          <a:srgbClr val="FFCC66"/>
        </a:accent1>
        <a:accent2>
          <a:srgbClr val="00ACA8"/>
        </a:accent2>
        <a:accent3>
          <a:srgbClr val="AAB8B8"/>
        </a:accent3>
        <a:accent4>
          <a:srgbClr val="DADADA"/>
        </a:accent4>
        <a:accent5>
          <a:srgbClr val="FFE2B8"/>
        </a:accent5>
        <a:accent6>
          <a:srgbClr val="009B98"/>
        </a:accent6>
        <a:hlink>
          <a:srgbClr val="CCCC00"/>
        </a:hlink>
        <a:folHlink>
          <a:srgbClr val="33CCCC"/>
        </a:folHlink>
      </a:clrScheme>
      <a:clrMap bg1="dk2" tx1="lt1" bg2="dk1" tx2="lt2" accent1="accent1" accent2="accent2" accent3="accent3" accent4="accent4" accent5="accent5" accent6="accent6" hlink="hlink" folHlink="folHlink"/>
    </a:extraClrScheme>
    <a:extraClrScheme>
      <a:clrScheme name="3_Capsules 7">
        <a:dk1>
          <a:srgbClr val="FFFFCC"/>
        </a:dk1>
        <a:lt1>
          <a:srgbClr val="FFFFFF"/>
        </a:lt1>
        <a:dk2>
          <a:srgbClr val="660033"/>
        </a:dk2>
        <a:lt2>
          <a:srgbClr val="FFFFFF"/>
        </a:lt2>
        <a:accent1>
          <a:srgbClr val="FF9900"/>
        </a:accent1>
        <a:accent2>
          <a:srgbClr val="CC3300"/>
        </a:accent2>
        <a:accent3>
          <a:srgbClr val="B8AAAD"/>
        </a:accent3>
        <a:accent4>
          <a:srgbClr val="DADADA"/>
        </a:accent4>
        <a:accent5>
          <a:srgbClr val="FFCAAA"/>
        </a:accent5>
        <a:accent6>
          <a:srgbClr val="B92D00"/>
        </a:accent6>
        <a:hlink>
          <a:srgbClr val="FFCC00"/>
        </a:hlink>
        <a:folHlink>
          <a:srgbClr val="FFCC99"/>
        </a:folHlink>
      </a:clrScheme>
      <a:clrMap bg1="dk2" tx1="lt1" bg2="dk1" tx2="lt2" accent1="accent1" accent2="accent2" accent3="accent3" accent4="accent4" accent5="accent5" accent6="accent6" hlink="hlink" folHlink="folHlink"/>
    </a:extraClrScheme>
    <a:extraClrScheme>
      <a:clrScheme name="3_Capsules 8">
        <a:dk1>
          <a:srgbClr val="FF0000"/>
        </a:dk1>
        <a:lt1>
          <a:srgbClr val="FFFFFF"/>
        </a:lt1>
        <a:dk2>
          <a:srgbClr val="000000"/>
        </a:dk2>
        <a:lt2>
          <a:srgbClr val="FFFFFF"/>
        </a:lt2>
        <a:accent1>
          <a:srgbClr val="FFCC00"/>
        </a:accent1>
        <a:accent2>
          <a:srgbClr val="CC3300"/>
        </a:accent2>
        <a:accent3>
          <a:srgbClr val="AAAAAA"/>
        </a:accent3>
        <a:accent4>
          <a:srgbClr val="DADADA"/>
        </a:accent4>
        <a:accent5>
          <a:srgbClr val="FFE2AA"/>
        </a:accent5>
        <a:accent6>
          <a:srgbClr val="B92D00"/>
        </a:accent6>
        <a:hlink>
          <a:srgbClr val="FF6600"/>
        </a:hlink>
        <a:folHlink>
          <a:srgbClr val="FF7C8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PPT模板">
  <a:themeElements>
    <a:clrScheme name="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_PPT模板">
  <a:themeElements>
    <a:clrScheme name="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PPT模板">
  <a:themeElements>
    <a:clrScheme name="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PPT模板">
  <a:themeElements>
    <a:clrScheme name="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PPT模板">
  <a:themeElements>
    <a:clrScheme name="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9_PPT模板">
  <a:themeElements>
    <a:clrScheme name="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0_PPT模板">
  <a:themeElements>
    <a:clrScheme name="1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1_PPT模板">
  <a:themeElements>
    <a:clrScheme name="1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12_PPT模板">
  <a:themeElements>
    <a:clrScheme name="1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3_PPT模板">
  <a:themeElements>
    <a:clrScheme name="1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4_PPT模板">
  <a:themeElements>
    <a:clrScheme name="1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5_PPT模板">
  <a:themeElements>
    <a:clrScheme name="1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6_PPT模板">
  <a:themeElements>
    <a:clrScheme name="1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7_PPT模板">
  <a:themeElements>
    <a:clrScheme name="1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8_PPT模板">
  <a:themeElements>
    <a:clrScheme name="1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19_PPT模板">
  <a:themeElements>
    <a:clrScheme name="1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20_PPT模板">
  <a:themeElements>
    <a:clrScheme name="2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21_PPT模板">
  <a:themeElements>
    <a:clrScheme name="2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22_PPT模板">
  <a:themeElements>
    <a:clrScheme name="2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23_PPT模板">
  <a:themeElements>
    <a:clrScheme name="2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24_PPT模板">
  <a:themeElements>
    <a:clrScheme name="2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25_PPT模板">
  <a:themeElements>
    <a:clrScheme name="2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26_PPT模板">
  <a:themeElements>
    <a:clrScheme name="2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27_PPT模板">
  <a:themeElements>
    <a:clrScheme name="2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28_PPT模板">
  <a:themeElements>
    <a:clrScheme name="2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29_PPT模板">
  <a:themeElements>
    <a:clrScheme name="2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30_PPT模板">
  <a:themeElements>
    <a:clrScheme name="3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31_PPT模板">
  <a:themeElements>
    <a:clrScheme name="3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3.xml><?xml version="1.0" encoding="utf-8"?>
<a:theme xmlns:a="http://schemas.openxmlformats.org/drawingml/2006/main" name="32_PPT模板">
  <a:themeElements>
    <a:clrScheme name="3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33_PPT模板">
  <a:themeElements>
    <a:clrScheme name="3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5.xml><?xml version="1.0" encoding="utf-8"?>
<a:theme xmlns:a="http://schemas.openxmlformats.org/drawingml/2006/main" name="34_PPT模板">
  <a:themeElements>
    <a:clrScheme name="3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6.xml><?xml version="1.0" encoding="utf-8"?>
<a:theme xmlns:a="http://schemas.openxmlformats.org/drawingml/2006/main" name="35_PPT模板">
  <a:themeElements>
    <a:clrScheme name="3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36_PPT模板">
  <a:themeElements>
    <a:clrScheme name="3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8.xml><?xml version="1.0" encoding="utf-8"?>
<a:theme xmlns:a="http://schemas.openxmlformats.org/drawingml/2006/main" name="37_PPT模板">
  <a:themeElements>
    <a:clrScheme name="3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9.xml><?xml version="1.0" encoding="utf-8"?>
<a:theme xmlns:a="http://schemas.openxmlformats.org/drawingml/2006/main" name="38_PPT模板">
  <a:themeElements>
    <a:clrScheme name="3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39_PPT模板">
  <a:themeElements>
    <a:clrScheme name="3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3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1.xml><?xml version="1.0" encoding="utf-8"?>
<a:theme xmlns:a="http://schemas.openxmlformats.org/drawingml/2006/main" name="40_PPT模板">
  <a:themeElements>
    <a:clrScheme name="4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41_PPT模板">
  <a:themeElements>
    <a:clrScheme name="4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42_PPT模板">
  <a:themeElements>
    <a:clrScheme name="4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43_PPT模板">
  <a:themeElements>
    <a:clrScheme name="4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44_PPT模板">
  <a:themeElements>
    <a:clrScheme name="4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45_PPT模板">
  <a:themeElements>
    <a:clrScheme name="4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46_PPT模板">
  <a:themeElements>
    <a:clrScheme name="4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47_PPT模板">
  <a:themeElements>
    <a:clrScheme name="4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48_PPT模板">
  <a:themeElements>
    <a:clrScheme name="4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0.xml><?xml version="1.0" encoding="utf-8"?>
<a:theme xmlns:a="http://schemas.openxmlformats.org/drawingml/2006/main" name="4_Capsules">
  <a:themeElements>
    <a:clrScheme name="4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fontScheme name="4_Capsules">
      <a:majorFont>
        <a:latin typeface="Times New Roman"/>
        <a:ea typeface="华文新魏"/>
        <a:cs typeface="Arial"/>
      </a:majorFont>
      <a:minorFont>
        <a:latin typeface="Times New Roman"/>
        <a:ea typeface="黑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clrMap bg1="lt1" tx1="dk1" bg2="lt2" tx2="dk2" accent1="accent1" accent2="accent2" accent3="accent3" accent4="accent4" accent5="accent5" accent6="accent6" hlink="hlink" folHlink="folHlink"/>
    </a:extraClrScheme>
    <a:extraClrScheme>
      <a:clrScheme name="4_Capsules 2">
        <a:dk1>
          <a:srgbClr val="000000"/>
        </a:dk1>
        <a:lt1>
          <a:srgbClr val="FFFFFF"/>
        </a:lt1>
        <a:dk2>
          <a:srgbClr val="000000"/>
        </a:dk2>
        <a:lt2>
          <a:srgbClr val="808000"/>
        </a:lt2>
        <a:accent1>
          <a:srgbClr val="FFCC99"/>
        </a:accent1>
        <a:accent2>
          <a:srgbClr val="99CC00"/>
        </a:accent2>
        <a:accent3>
          <a:srgbClr val="FFFFFF"/>
        </a:accent3>
        <a:accent4>
          <a:srgbClr val="000000"/>
        </a:accent4>
        <a:accent5>
          <a:srgbClr val="FFE2CA"/>
        </a:accent5>
        <a:accent6>
          <a:srgbClr val="8AB900"/>
        </a:accent6>
        <a:hlink>
          <a:srgbClr val="336600"/>
        </a:hlink>
        <a:folHlink>
          <a:srgbClr val="FFCC00"/>
        </a:folHlink>
      </a:clrScheme>
      <a:clrMap bg1="lt1" tx1="dk1" bg2="lt2" tx2="dk2" accent1="accent1" accent2="accent2" accent3="accent3" accent4="accent4" accent5="accent5" accent6="accent6" hlink="hlink" folHlink="folHlink"/>
    </a:extraClrScheme>
    <a:extraClrScheme>
      <a:clrScheme name="4_Capsules 3">
        <a:dk1>
          <a:srgbClr val="006699"/>
        </a:dk1>
        <a:lt1>
          <a:srgbClr val="FFFFFF"/>
        </a:lt1>
        <a:dk2>
          <a:srgbClr val="6699FF"/>
        </a:dk2>
        <a:lt2>
          <a:srgbClr val="FFFFFF"/>
        </a:lt2>
        <a:accent1>
          <a:srgbClr val="33CCCC"/>
        </a:accent1>
        <a:accent2>
          <a:srgbClr val="006699"/>
        </a:accent2>
        <a:accent3>
          <a:srgbClr val="B8CAFF"/>
        </a:accent3>
        <a:accent4>
          <a:srgbClr val="DADADA"/>
        </a:accent4>
        <a:accent5>
          <a:srgbClr val="ADE2E2"/>
        </a:accent5>
        <a:accent6>
          <a:srgbClr val="005C8A"/>
        </a:accent6>
        <a:hlink>
          <a:srgbClr val="99CC00"/>
        </a:hlink>
        <a:folHlink>
          <a:srgbClr val="FFFFCC"/>
        </a:folHlink>
      </a:clrScheme>
      <a:clrMap bg1="dk2" tx1="lt1" bg2="dk1" tx2="lt2" accent1="accent1" accent2="accent2" accent3="accent3" accent4="accent4" accent5="accent5" accent6="accent6" hlink="hlink" folHlink="folHlink"/>
    </a:extraClrScheme>
    <a:extraClrScheme>
      <a:clrScheme name="4_Capsules 4">
        <a:dk1>
          <a:srgbClr val="000000"/>
        </a:dk1>
        <a:lt1>
          <a:srgbClr val="FFFFFF"/>
        </a:lt1>
        <a:dk2>
          <a:srgbClr val="9900CC"/>
        </a:dk2>
        <a:lt2>
          <a:srgbClr val="006600"/>
        </a:lt2>
        <a:accent1>
          <a:srgbClr val="33CC33"/>
        </a:accent1>
        <a:accent2>
          <a:srgbClr val="FFCC66"/>
        </a:accent2>
        <a:accent3>
          <a:srgbClr val="FFFFFF"/>
        </a:accent3>
        <a:accent4>
          <a:srgbClr val="000000"/>
        </a:accent4>
        <a:accent5>
          <a:srgbClr val="ADE2AD"/>
        </a:accent5>
        <a:accent6>
          <a:srgbClr val="E7B95C"/>
        </a:accent6>
        <a:hlink>
          <a:srgbClr val="0033CC"/>
        </a:hlink>
        <a:folHlink>
          <a:srgbClr val="CC0066"/>
        </a:folHlink>
      </a:clrScheme>
      <a:clrMap bg1="lt1" tx1="dk1" bg2="lt2" tx2="dk2" accent1="accent1" accent2="accent2" accent3="accent3" accent4="accent4" accent5="accent5" accent6="accent6" hlink="hlink" folHlink="folHlink"/>
    </a:extraClrScheme>
    <a:extraClrScheme>
      <a:clrScheme name="4_Capsules 5">
        <a:dk1>
          <a:srgbClr val="000066"/>
        </a:dk1>
        <a:lt1>
          <a:srgbClr val="FFFFFF"/>
        </a:lt1>
        <a:dk2>
          <a:srgbClr val="336699"/>
        </a:dk2>
        <a:lt2>
          <a:srgbClr val="FFFFEB"/>
        </a:lt2>
        <a:accent1>
          <a:srgbClr val="99CCFF"/>
        </a:accent1>
        <a:accent2>
          <a:srgbClr val="9999FF"/>
        </a:accent2>
        <a:accent3>
          <a:srgbClr val="ADB8CA"/>
        </a:accent3>
        <a:accent4>
          <a:srgbClr val="DADADA"/>
        </a:accent4>
        <a:accent5>
          <a:srgbClr val="CAE2FF"/>
        </a:accent5>
        <a:accent6>
          <a:srgbClr val="8A8A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4_Capsules 6">
        <a:dk1>
          <a:srgbClr val="808000"/>
        </a:dk1>
        <a:lt1>
          <a:srgbClr val="FFFFFF"/>
        </a:lt1>
        <a:dk2>
          <a:srgbClr val="006666"/>
        </a:dk2>
        <a:lt2>
          <a:srgbClr val="FFFFFF"/>
        </a:lt2>
        <a:accent1>
          <a:srgbClr val="FFCC66"/>
        </a:accent1>
        <a:accent2>
          <a:srgbClr val="00ACA8"/>
        </a:accent2>
        <a:accent3>
          <a:srgbClr val="AAB8B8"/>
        </a:accent3>
        <a:accent4>
          <a:srgbClr val="DADADA"/>
        </a:accent4>
        <a:accent5>
          <a:srgbClr val="FFE2B8"/>
        </a:accent5>
        <a:accent6>
          <a:srgbClr val="009B98"/>
        </a:accent6>
        <a:hlink>
          <a:srgbClr val="CCCC00"/>
        </a:hlink>
        <a:folHlink>
          <a:srgbClr val="33CCCC"/>
        </a:folHlink>
      </a:clrScheme>
      <a:clrMap bg1="dk2" tx1="lt1" bg2="dk1" tx2="lt2" accent1="accent1" accent2="accent2" accent3="accent3" accent4="accent4" accent5="accent5" accent6="accent6" hlink="hlink" folHlink="folHlink"/>
    </a:extraClrScheme>
    <a:extraClrScheme>
      <a:clrScheme name="4_Capsules 7">
        <a:dk1>
          <a:srgbClr val="FFFFCC"/>
        </a:dk1>
        <a:lt1>
          <a:srgbClr val="FFFFFF"/>
        </a:lt1>
        <a:dk2>
          <a:srgbClr val="660033"/>
        </a:dk2>
        <a:lt2>
          <a:srgbClr val="FFFFFF"/>
        </a:lt2>
        <a:accent1>
          <a:srgbClr val="FF9900"/>
        </a:accent1>
        <a:accent2>
          <a:srgbClr val="CC3300"/>
        </a:accent2>
        <a:accent3>
          <a:srgbClr val="B8AAAD"/>
        </a:accent3>
        <a:accent4>
          <a:srgbClr val="DADADA"/>
        </a:accent4>
        <a:accent5>
          <a:srgbClr val="FFCAAA"/>
        </a:accent5>
        <a:accent6>
          <a:srgbClr val="B92D00"/>
        </a:accent6>
        <a:hlink>
          <a:srgbClr val="FFCC00"/>
        </a:hlink>
        <a:folHlink>
          <a:srgbClr val="FFCC99"/>
        </a:folHlink>
      </a:clrScheme>
      <a:clrMap bg1="dk2" tx1="lt1" bg2="dk1" tx2="lt2" accent1="accent1" accent2="accent2" accent3="accent3" accent4="accent4" accent5="accent5" accent6="accent6" hlink="hlink" folHlink="folHlink"/>
    </a:extraClrScheme>
    <a:extraClrScheme>
      <a:clrScheme name="4_Capsules 8">
        <a:dk1>
          <a:srgbClr val="FF0000"/>
        </a:dk1>
        <a:lt1>
          <a:srgbClr val="FFFFFF"/>
        </a:lt1>
        <a:dk2>
          <a:srgbClr val="000000"/>
        </a:dk2>
        <a:lt2>
          <a:srgbClr val="FFFFFF"/>
        </a:lt2>
        <a:accent1>
          <a:srgbClr val="FFCC00"/>
        </a:accent1>
        <a:accent2>
          <a:srgbClr val="CC3300"/>
        </a:accent2>
        <a:accent3>
          <a:srgbClr val="AAAAAA"/>
        </a:accent3>
        <a:accent4>
          <a:srgbClr val="DADADA"/>
        </a:accent4>
        <a:accent5>
          <a:srgbClr val="FFE2AA"/>
        </a:accent5>
        <a:accent6>
          <a:srgbClr val="B92D00"/>
        </a:accent6>
        <a:hlink>
          <a:srgbClr val="FF6600"/>
        </a:hlink>
        <a:folHlink>
          <a:srgbClr val="FF7C8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1.xml><?xml version="1.0" encoding="utf-8"?>
<a:theme xmlns:a="http://schemas.openxmlformats.org/drawingml/2006/main" name="5_Capsules">
  <a:themeElements>
    <a:clrScheme name="5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fontScheme name="5_Capsules">
      <a:majorFont>
        <a:latin typeface="Times New Roman"/>
        <a:ea typeface="华文新魏"/>
        <a:cs typeface="Arial"/>
      </a:majorFont>
      <a:minorFont>
        <a:latin typeface="Times New Roman"/>
        <a:ea typeface="黑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_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clrMap bg1="lt1" tx1="dk1" bg2="lt2" tx2="dk2" accent1="accent1" accent2="accent2" accent3="accent3" accent4="accent4" accent5="accent5" accent6="accent6" hlink="hlink" folHlink="folHlink"/>
    </a:extraClrScheme>
    <a:extraClrScheme>
      <a:clrScheme name="5_Capsules 2">
        <a:dk1>
          <a:srgbClr val="000000"/>
        </a:dk1>
        <a:lt1>
          <a:srgbClr val="FFFFFF"/>
        </a:lt1>
        <a:dk2>
          <a:srgbClr val="000000"/>
        </a:dk2>
        <a:lt2>
          <a:srgbClr val="808000"/>
        </a:lt2>
        <a:accent1>
          <a:srgbClr val="FFCC99"/>
        </a:accent1>
        <a:accent2>
          <a:srgbClr val="99CC00"/>
        </a:accent2>
        <a:accent3>
          <a:srgbClr val="FFFFFF"/>
        </a:accent3>
        <a:accent4>
          <a:srgbClr val="000000"/>
        </a:accent4>
        <a:accent5>
          <a:srgbClr val="FFE2CA"/>
        </a:accent5>
        <a:accent6>
          <a:srgbClr val="8AB900"/>
        </a:accent6>
        <a:hlink>
          <a:srgbClr val="336600"/>
        </a:hlink>
        <a:folHlink>
          <a:srgbClr val="FFCC00"/>
        </a:folHlink>
      </a:clrScheme>
      <a:clrMap bg1="lt1" tx1="dk1" bg2="lt2" tx2="dk2" accent1="accent1" accent2="accent2" accent3="accent3" accent4="accent4" accent5="accent5" accent6="accent6" hlink="hlink" folHlink="folHlink"/>
    </a:extraClrScheme>
    <a:extraClrScheme>
      <a:clrScheme name="5_Capsules 3">
        <a:dk1>
          <a:srgbClr val="006699"/>
        </a:dk1>
        <a:lt1>
          <a:srgbClr val="FFFFFF"/>
        </a:lt1>
        <a:dk2>
          <a:srgbClr val="6699FF"/>
        </a:dk2>
        <a:lt2>
          <a:srgbClr val="FFFFFF"/>
        </a:lt2>
        <a:accent1>
          <a:srgbClr val="33CCCC"/>
        </a:accent1>
        <a:accent2>
          <a:srgbClr val="006699"/>
        </a:accent2>
        <a:accent3>
          <a:srgbClr val="B8CAFF"/>
        </a:accent3>
        <a:accent4>
          <a:srgbClr val="DADADA"/>
        </a:accent4>
        <a:accent5>
          <a:srgbClr val="ADE2E2"/>
        </a:accent5>
        <a:accent6>
          <a:srgbClr val="005C8A"/>
        </a:accent6>
        <a:hlink>
          <a:srgbClr val="99CC00"/>
        </a:hlink>
        <a:folHlink>
          <a:srgbClr val="FFFFCC"/>
        </a:folHlink>
      </a:clrScheme>
      <a:clrMap bg1="dk2" tx1="lt1" bg2="dk1" tx2="lt2" accent1="accent1" accent2="accent2" accent3="accent3" accent4="accent4" accent5="accent5" accent6="accent6" hlink="hlink" folHlink="folHlink"/>
    </a:extraClrScheme>
    <a:extraClrScheme>
      <a:clrScheme name="5_Capsules 4">
        <a:dk1>
          <a:srgbClr val="000000"/>
        </a:dk1>
        <a:lt1>
          <a:srgbClr val="FFFFFF"/>
        </a:lt1>
        <a:dk2>
          <a:srgbClr val="9900CC"/>
        </a:dk2>
        <a:lt2>
          <a:srgbClr val="006600"/>
        </a:lt2>
        <a:accent1>
          <a:srgbClr val="33CC33"/>
        </a:accent1>
        <a:accent2>
          <a:srgbClr val="FFCC66"/>
        </a:accent2>
        <a:accent3>
          <a:srgbClr val="FFFFFF"/>
        </a:accent3>
        <a:accent4>
          <a:srgbClr val="000000"/>
        </a:accent4>
        <a:accent5>
          <a:srgbClr val="ADE2AD"/>
        </a:accent5>
        <a:accent6>
          <a:srgbClr val="E7B95C"/>
        </a:accent6>
        <a:hlink>
          <a:srgbClr val="0033CC"/>
        </a:hlink>
        <a:folHlink>
          <a:srgbClr val="CC0066"/>
        </a:folHlink>
      </a:clrScheme>
      <a:clrMap bg1="lt1" tx1="dk1" bg2="lt2" tx2="dk2" accent1="accent1" accent2="accent2" accent3="accent3" accent4="accent4" accent5="accent5" accent6="accent6" hlink="hlink" folHlink="folHlink"/>
    </a:extraClrScheme>
    <a:extraClrScheme>
      <a:clrScheme name="5_Capsules 5">
        <a:dk1>
          <a:srgbClr val="000066"/>
        </a:dk1>
        <a:lt1>
          <a:srgbClr val="FFFFFF"/>
        </a:lt1>
        <a:dk2>
          <a:srgbClr val="336699"/>
        </a:dk2>
        <a:lt2>
          <a:srgbClr val="FFFFEB"/>
        </a:lt2>
        <a:accent1>
          <a:srgbClr val="99CCFF"/>
        </a:accent1>
        <a:accent2>
          <a:srgbClr val="9999FF"/>
        </a:accent2>
        <a:accent3>
          <a:srgbClr val="ADB8CA"/>
        </a:accent3>
        <a:accent4>
          <a:srgbClr val="DADADA"/>
        </a:accent4>
        <a:accent5>
          <a:srgbClr val="CAE2FF"/>
        </a:accent5>
        <a:accent6>
          <a:srgbClr val="8A8A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5_Capsules 6">
        <a:dk1>
          <a:srgbClr val="808000"/>
        </a:dk1>
        <a:lt1>
          <a:srgbClr val="FFFFFF"/>
        </a:lt1>
        <a:dk2>
          <a:srgbClr val="006666"/>
        </a:dk2>
        <a:lt2>
          <a:srgbClr val="FFFFFF"/>
        </a:lt2>
        <a:accent1>
          <a:srgbClr val="FFCC66"/>
        </a:accent1>
        <a:accent2>
          <a:srgbClr val="00ACA8"/>
        </a:accent2>
        <a:accent3>
          <a:srgbClr val="AAB8B8"/>
        </a:accent3>
        <a:accent4>
          <a:srgbClr val="DADADA"/>
        </a:accent4>
        <a:accent5>
          <a:srgbClr val="FFE2B8"/>
        </a:accent5>
        <a:accent6>
          <a:srgbClr val="009B98"/>
        </a:accent6>
        <a:hlink>
          <a:srgbClr val="CCCC00"/>
        </a:hlink>
        <a:folHlink>
          <a:srgbClr val="33CCCC"/>
        </a:folHlink>
      </a:clrScheme>
      <a:clrMap bg1="dk2" tx1="lt1" bg2="dk1" tx2="lt2" accent1="accent1" accent2="accent2" accent3="accent3" accent4="accent4" accent5="accent5" accent6="accent6" hlink="hlink" folHlink="folHlink"/>
    </a:extraClrScheme>
    <a:extraClrScheme>
      <a:clrScheme name="5_Capsules 7">
        <a:dk1>
          <a:srgbClr val="FFFFCC"/>
        </a:dk1>
        <a:lt1>
          <a:srgbClr val="FFFFFF"/>
        </a:lt1>
        <a:dk2>
          <a:srgbClr val="660033"/>
        </a:dk2>
        <a:lt2>
          <a:srgbClr val="FFFFFF"/>
        </a:lt2>
        <a:accent1>
          <a:srgbClr val="FF9900"/>
        </a:accent1>
        <a:accent2>
          <a:srgbClr val="CC3300"/>
        </a:accent2>
        <a:accent3>
          <a:srgbClr val="B8AAAD"/>
        </a:accent3>
        <a:accent4>
          <a:srgbClr val="DADADA"/>
        </a:accent4>
        <a:accent5>
          <a:srgbClr val="FFCAAA"/>
        </a:accent5>
        <a:accent6>
          <a:srgbClr val="B92D00"/>
        </a:accent6>
        <a:hlink>
          <a:srgbClr val="FFCC00"/>
        </a:hlink>
        <a:folHlink>
          <a:srgbClr val="FFCC99"/>
        </a:folHlink>
      </a:clrScheme>
      <a:clrMap bg1="dk2" tx1="lt1" bg2="dk1" tx2="lt2" accent1="accent1" accent2="accent2" accent3="accent3" accent4="accent4" accent5="accent5" accent6="accent6" hlink="hlink" folHlink="folHlink"/>
    </a:extraClrScheme>
    <a:extraClrScheme>
      <a:clrScheme name="5_Capsules 8">
        <a:dk1>
          <a:srgbClr val="FF0000"/>
        </a:dk1>
        <a:lt1>
          <a:srgbClr val="FFFFFF"/>
        </a:lt1>
        <a:dk2>
          <a:srgbClr val="000000"/>
        </a:dk2>
        <a:lt2>
          <a:srgbClr val="FFFFFF"/>
        </a:lt2>
        <a:accent1>
          <a:srgbClr val="FFCC00"/>
        </a:accent1>
        <a:accent2>
          <a:srgbClr val="CC3300"/>
        </a:accent2>
        <a:accent3>
          <a:srgbClr val="AAAAAA"/>
        </a:accent3>
        <a:accent4>
          <a:srgbClr val="DADADA"/>
        </a:accent4>
        <a:accent5>
          <a:srgbClr val="FFE2AA"/>
        </a:accent5>
        <a:accent6>
          <a:srgbClr val="B92D00"/>
        </a:accent6>
        <a:hlink>
          <a:srgbClr val="FF6600"/>
        </a:hlink>
        <a:folHlink>
          <a:srgbClr val="FF7C8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2.xml><?xml version="1.0" encoding="utf-8"?>
<a:theme xmlns:a="http://schemas.openxmlformats.org/drawingml/2006/main" name="49_PPT模板">
  <a:themeElements>
    <a:clrScheme name="4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4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3.xml><?xml version="1.0" encoding="utf-8"?>
<a:theme xmlns:a="http://schemas.openxmlformats.org/drawingml/2006/main" name="50_PPT模板">
  <a:themeElements>
    <a:clrScheme name="5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4.xml><?xml version="1.0" encoding="utf-8"?>
<a:theme xmlns:a="http://schemas.openxmlformats.org/drawingml/2006/main" name="51_PPT模板">
  <a:themeElements>
    <a:clrScheme name="5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5.xml><?xml version="1.0" encoding="utf-8"?>
<a:theme xmlns:a="http://schemas.openxmlformats.org/drawingml/2006/main" name="52_PPT模板">
  <a:themeElements>
    <a:clrScheme name="5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6.xml><?xml version="1.0" encoding="utf-8"?>
<a:theme xmlns:a="http://schemas.openxmlformats.org/drawingml/2006/main" name="53_PPT模板">
  <a:themeElements>
    <a:clrScheme name="5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7.xml><?xml version="1.0" encoding="utf-8"?>
<a:theme xmlns:a="http://schemas.openxmlformats.org/drawingml/2006/main" name="54_PPT模板">
  <a:themeElements>
    <a:clrScheme name="5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8.xml><?xml version="1.0" encoding="utf-8"?>
<a:theme xmlns:a="http://schemas.openxmlformats.org/drawingml/2006/main" name="55_PPT模板">
  <a:themeElements>
    <a:clrScheme name="5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9.xml><?xml version="1.0" encoding="utf-8"?>
<a:theme xmlns:a="http://schemas.openxmlformats.org/drawingml/2006/main" name="56_PPT模板">
  <a:themeElements>
    <a:clrScheme name="5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0.xml><?xml version="1.0" encoding="utf-8"?>
<a:theme xmlns:a="http://schemas.openxmlformats.org/drawingml/2006/main" name="57_PPT模板">
  <a:themeElements>
    <a:clrScheme name="5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1.xml><?xml version="1.0" encoding="utf-8"?>
<a:theme xmlns:a="http://schemas.openxmlformats.org/drawingml/2006/main" name="58_PPT模板">
  <a:themeElements>
    <a:clrScheme name="5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2.xml><?xml version="1.0" encoding="utf-8"?>
<a:theme xmlns:a="http://schemas.openxmlformats.org/drawingml/2006/main" name="59_PPT模板">
  <a:themeElements>
    <a:clrScheme name="5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5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5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5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5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5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5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5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5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5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5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5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5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5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3.xml><?xml version="1.0" encoding="utf-8"?>
<a:theme xmlns:a="http://schemas.openxmlformats.org/drawingml/2006/main" name="60_PPT模板">
  <a:themeElements>
    <a:clrScheme name="6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4.xml><?xml version="1.0" encoding="utf-8"?>
<a:theme xmlns:a="http://schemas.openxmlformats.org/drawingml/2006/main" name="61_PPT模板">
  <a:themeElements>
    <a:clrScheme name="6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5.xml><?xml version="1.0" encoding="utf-8"?>
<a:theme xmlns:a="http://schemas.openxmlformats.org/drawingml/2006/main" name="62_PPT模板">
  <a:themeElements>
    <a:clrScheme name="6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6.xml><?xml version="1.0" encoding="utf-8"?>
<a:theme xmlns:a="http://schemas.openxmlformats.org/drawingml/2006/main" name="63_PPT模板">
  <a:themeElements>
    <a:clrScheme name="6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7.xml><?xml version="1.0" encoding="utf-8"?>
<a:theme xmlns:a="http://schemas.openxmlformats.org/drawingml/2006/main" name="64_PPT模板">
  <a:themeElements>
    <a:clrScheme name="6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65_PPT模板">
  <a:themeElements>
    <a:clrScheme name="6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9.xml><?xml version="1.0" encoding="utf-8"?>
<a:theme xmlns:a="http://schemas.openxmlformats.org/drawingml/2006/main" name="66_PPT模板">
  <a:themeElements>
    <a:clrScheme name="6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0.xml><?xml version="1.0" encoding="utf-8"?>
<a:theme xmlns:a="http://schemas.openxmlformats.org/drawingml/2006/main" name="67_PPT模板">
  <a:themeElements>
    <a:clrScheme name="6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1.xml><?xml version="1.0" encoding="utf-8"?>
<a:theme xmlns:a="http://schemas.openxmlformats.org/drawingml/2006/main" name="68_PPT模板">
  <a:themeElements>
    <a:clrScheme name="6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2.xml><?xml version="1.0" encoding="utf-8"?>
<a:theme xmlns:a="http://schemas.openxmlformats.org/drawingml/2006/main" name="69_PPT模板">
  <a:themeElements>
    <a:clrScheme name="6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6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3.xml><?xml version="1.0" encoding="utf-8"?>
<a:theme xmlns:a="http://schemas.openxmlformats.org/drawingml/2006/main" name="70_PPT模板">
  <a:themeElements>
    <a:clrScheme name="7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4.xml><?xml version="1.0" encoding="utf-8"?>
<a:theme xmlns:a="http://schemas.openxmlformats.org/drawingml/2006/main" name="71_PPT模板">
  <a:themeElements>
    <a:clrScheme name="7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5.xml><?xml version="1.0" encoding="utf-8"?>
<a:theme xmlns:a="http://schemas.openxmlformats.org/drawingml/2006/main" name="72_PPT模板">
  <a:themeElements>
    <a:clrScheme name="7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6.xml><?xml version="1.0" encoding="utf-8"?>
<a:theme xmlns:a="http://schemas.openxmlformats.org/drawingml/2006/main" name="73_PPT模板">
  <a:themeElements>
    <a:clrScheme name="7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7.xml><?xml version="1.0" encoding="utf-8"?>
<a:theme xmlns:a="http://schemas.openxmlformats.org/drawingml/2006/main" name="74_PPT模板">
  <a:themeElements>
    <a:clrScheme name="7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8.xml><?xml version="1.0" encoding="utf-8"?>
<a:theme xmlns:a="http://schemas.openxmlformats.org/drawingml/2006/main" name="75_PPT模板">
  <a:themeElements>
    <a:clrScheme name="7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9.xml><?xml version="1.0" encoding="utf-8"?>
<a:theme xmlns:a="http://schemas.openxmlformats.org/drawingml/2006/main" name="76_PPT模板">
  <a:themeElements>
    <a:clrScheme name="7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0.xml><?xml version="1.0" encoding="utf-8"?>
<a:theme xmlns:a="http://schemas.openxmlformats.org/drawingml/2006/main" name="77_PPT模板">
  <a:themeElements>
    <a:clrScheme name="7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1.xml><?xml version="1.0" encoding="utf-8"?>
<a:theme xmlns:a="http://schemas.openxmlformats.org/drawingml/2006/main" name="78_PPT模板">
  <a:themeElements>
    <a:clrScheme name="7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2.xml><?xml version="1.0" encoding="utf-8"?>
<a:theme xmlns:a="http://schemas.openxmlformats.org/drawingml/2006/main" name="79_PPT模板">
  <a:themeElements>
    <a:clrScheme name="7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7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3.xml><?xml version="1.0" encoding="utf-8"?>
<a:theme xmlns:a="http://schemas.openxmlformats.org/drawingml/2006/main" name="80_PPT模板">
  <a:themeElements>
    <a:clrScheme name="8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4.xml><?xml version="1.0" encoding="utf-8"?>
<a:theme xmlns:a="http://schemas.openxmlformats.org/drawingml/2006/main" name="81_PPT模板">
  <a:themeElements>
    <a:clrScheme name="8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5.xml><?xml version="1.0" encoding="utf-8"?>
<a:theme xmlns:a="http://schemas.openxmlformats.org/drawingml/2006/main" name="82_PPT模板">
  <a:themeElements>
    <a:clrScheme name="8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6.xml><?xml version="1.0" encoding="utf-8"?>
<a:theme xmlns:a="http://schemas.openxmlformats.org/drawingml/2006/main" name="83_PPT模板">
  <a:themeElements>
    <a:clrScheme name="8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3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3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3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3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3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3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3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3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3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3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3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3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3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7.xml><?xml version="1.0" encoding="utf-8"?>
<a:theme xmlns:a="http://schemas.openxmlformats.org/drawingml/2006/main" name="84_PPT模板">
  <a:themeElements>
    <a:clrScheme name="8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4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4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4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4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4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4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4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4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4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4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4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4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4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8.xml><?xml version="1.0" encoding="utf-8"?>
<a:theme xmlns:a="http://schemas.openxmlformats.org/drawingml/2006/main" name="85_PPT模板">
  <a:themeElements>
    <a:clrScheme name="8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5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5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5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5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5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5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5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5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5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5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5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5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5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9.xml><?xml version="1.0" encoding="utf-8"?>
<a:theme xmlns:a="http://schemas.openxmlformats.org/drawingml/2006/main" name="86_PPT模板">
  <a:themeElements>
    <a:clrScheme name="8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6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6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6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6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6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6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6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6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6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6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6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6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6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0.xml><?xml version="1.0" encoding="utf-8"?>
<a:theme xmlns:a="http://schemas.openxmlformats.org/drawingml/2006/main" name="87_PPT模板">
  <a:themeElements>
    <a:clrScheme name="8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7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7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7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7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7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7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7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7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7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7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7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7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7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1.xml><?xml version="1.0" encoding="utf-8"?>
<a:theme xmlns:a="http://schemas.openxmlformats.org/drawingml/2006/main" name="88_PPT模板">
  <a:themeElements>
    <a:clrScheme name="8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8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8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8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8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8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8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8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8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8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8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8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8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8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2.xml><?xml version="1.0" encoding="utf-8"?>
<a:theme xmlns:a="http://schemas.openxmlformats.org/drawingml/2006/main" name="89_PPT模板">
  <a:themeElements>
    <a:clrScheme name="8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9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89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9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9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9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9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9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9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9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9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9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9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9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3.xml><?xml version="1.0" encoding="utf-8"?>
<a:theme xmlns:a="http://schemas.openxmlformats.org/drawingml/2006/main" name="90_PPT模板">
  <a:themeElements>
    <a:clrScheme name="9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90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90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90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90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90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90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90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90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90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90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90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90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90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4.xml><?xml version="1.0" encoding="utf-8"?>
<a:theme xmlns:a="http://schemas.openxmlformats.org/drawingml/2006/main" name="91_PPT模板">
  <a:themeElements>
    <a:clrScheme name="9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9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9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9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9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9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9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9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9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9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9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9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9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9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5.xml><?xml version="1.0" encoding="utf-8"?>
<a:theme xmlns:a="http://schemas.openxmlformats.org/drawingml/2006/main" name="1_PPT模板">
  <a:themeElements>
    <a:clrScheme name="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1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6.xml><?xml version="1.0" encoding="utf-8"?>
<a:theme xmlns:a="http://schemas.openxmlformats.org/drawingml/2006/main" name="2_PPT模板">
  <a:themeElements>
    <a:clrScheme name="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_PPT模板">
      <a:majorFont>
        <a:latin typeface="Arial"/>
        <a:ea typeface="华文中宋"/>
        <a:cs typeface="Arial"/>
      </a:majorFont>
      <a:minorFont>
        <a:latin typeface="Arial"/>
        <a:ea typeface="宋体"/>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outerShdw dist="53882" dir="13500000" algn="ctr" rotWithShape="0">
            <a:schemeClr val="tx1">
              <a:gamma/>
              <a:shade val="60000"/>
              <a:invGamma/>
              <a:alpha val="50000"/>
            </a:schemeClr>
          </a:outerShdw>
        </a:effectLst>
      </a:spPr>
      <a:bodyPr vert="horz" wrap="square" lIns="91440" tIns="45720" rIns="91440" bIns="45720" numCol="1" anchor="t" anchorCtr="0" compatLnSpc="1"/>
      <a:lstStyle>
        <a:defPPr marL="0" marR="0" indent="0" algn="ctr" defTabSz="914400" rtl="0" eaLnBrk="1" fontAlgn="base" latinLnBrk="0" hangingPunct="1">
          <a:lnSpc>
            <a:spcPct val="90000"/>
          </a:lnSpc>
          <a:spcBef>
            <a:spcPct val="20000"/>
          </a:spcBef>
          <a:spcAft>
            <a:spcPct val="0"/>
          </a:spcAft>
          <a:buClr>
            <a:srgbClr val="339966"/>
          </a:buClr>
          <a:buSzTx/>
          <a:buFont typeface="Wingdings" panose="05000000000000000000" pitchFamily="2" charset="2"/>
          <a:buNone/>
          <a:defRPr kumimoji="0" lang="zh-CN" altLang="zh-CN" sz="2400" b="0" i="0" u="none" strike="noStrike" cap="none" normalizeH="0" baseline="0" smtClean="0">
            <a:ln>
              <a:noFill/>
            </a:ln>
            <a:solidFill>
              <a:schemeClr val="tx1"/>
            </a:solidFill>
            <a:effectLst/>
            <a:latin typeface="Courier New" panose="02070309020205020404" pitchFamily="49" charset="0"/>
            <a:ea typeface="黑体" panose="02010609060101010101" pitchFamily="49" charset="-122"/>
          </a:defRPr>
        </a:defPPr>
      </a:lstStyle>
    </a:lnDef>
  </a:objectDefaults>
  <a:extraClrSchemeLst>
    <a:extraClrScheme>
      <a:clrScheme name="2_PPT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_PPT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_PPT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_PPT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_PPT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_PPT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_PPT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_PPT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_PPT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_PPT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_PPT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_PPT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7.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等线 Light"/>
        <a:ea typeface="Arial"/>
        <a:cs typeface="Arial"/>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Arial"/>
        <a:cs typeface="Arial"/>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2581</Words>
  <Application>WPS 演示</Application>
  <PresentationFormat/>
  <Paragraphs>176</Paragraphs>
  <Slides>15</Slides>
  <Notes>0</Notes>
  <HiddenSlides>0</HiddenSlides>
  <MMClips>0</MMClips>
  <ScaleCrop>false</ScaleCrop>
  <HeadingPairs>
    <vt:vector size="6" baseType="variant">
      <vt:variant>
        <vt:lpstr>已用的字体</vt:lpstr>
      </vt:variant>
      <vt:variant>
        <vt:i4>19</vt:i4>
      </vt:variant>
      <vt:variant>
        <vt:lpstr>主题</vt:lpstr>
      </vt:variant>
      <vt:variant>
        <vt:i4>96</vt:i4>
      </vt:variant>
      <vt:variant>
        <vt:lpstr>幻灯片标题</vt:lpstr>
      </vt:variant>
      <vt:variant>
        <vt:i4>15</vt:i4>
      </vt:variant>
    </vt:vector>
  </HeadingPairs>
  <TitlesOfParts>
    <vt:vector size="130" baseType="lpstr">
      <vt:lpstr>Arial</vt:lpstr>
      <vt:lpstr>宋体</vt:lpstr>
      <vt:lpstr>Wingdings</vt:lpstr>
      <vt:lpstr>Courier New</vt:lpstr>
      <vt:lpstr>黑体</vt:lpstr>
      <vt:lpstr>华文中宋</vt:lpstr>
      <vt:lpstr>幼圆</vt:lpstr>
      <vt:lpstr>Times New Roman</vt:lpstr>
      <vt:lpstr>华文新魏</vt:lpstr>
      <vt:lpstr>Times New Roman</vt:lpstr>
      <vt:lpstr>Gulim</vt:lpstr>
      <vt:lpstr>HY헤드라인M</vt:lpstr>
      <vt:lpstr>Segoe Print</vt:lpstr>
      <vt:lpstr>Arial Black</vt:lpstr>
      <vt:lpstr>Verdana</vt:lpstr>
      <vt:lpstr>HY견고딕</vt:lpstr>
      <vt:lpstr>隶书</vt:lpstr>
      <vt:lpstr>微软雅黑</vt:lpstr>
      <vt:lpstr>Malgun Gothic</vt:lpstr>
      <vt:lpstr>PPT模板</vt:lpstr>
      <vt:lpstr>2_Capsules</vt:lpstr>
      <vt:lpstr>3_PPT模板</vt:lpstr>
      <vt:lpstr>3_Capsules</vt:lpstr>
      <vt:lpstr>4_PPT模板</vt:lpstr>
      <vt:lpstr>5_PPT模板</vt:lpstr>
      <vt:lpstr>6_PPT模板</vt:lpstr>
      <vt:lpstr>7_PPT模板</vt:lpstr>
      <vt:lpstr>8_PPT模板</vt:lpstr>
      <vt:lpstr>9_PPT模板</vt:lpstr>
      <vt:lpstr>10_PPT模板</vt:lpstr>
      <vt:lpstr>11_PPT模板</vt:lpstr>
      <vt:lpstr>12_PPT模板</vt:lpstr>
      <vt:lpstr>13_PPT模板</vt:lpstr>
      <vt:lpstr>14_PPT模板</vt:lpstr>
      <vt:lpstr>15_PPT模板</vt:lpstr>
      <vt:lpstr>16_PPT模板</vt:lpstr>
      <vt:lpstr>17_PPT模板</vt:lpstr>
      <vt:lpstr>18_PPT模板</vt:lpstr>
      <vt:lpstr>19_PPT模板</vt:lpstr>
      <vt:lpstr>20_PPT模板</vt:lpstr>
      <vt:lpstr>21_PPT模板</vt:lpstr>
      <vt:lpstr>22_PPT模板</vt:lpstr>
      <vt:lpstr>23_PPT模板</vt:lpstr>
      <vt:lpstr>24_PPT模板</vt:lpstr>
      <vt:lpstr>25_PPT模板</vt:lpstr>
      <vt:lpstr>26_PPT模板</vt:lpstr>
      <vt:lpstr>27_PPT模板</vt:lpstr>
      <vt:lpstr>28_PPT模板</vt:lpstr>
      <vt:lpstr>29_PPT模板</vt:lpstr>
      <vt:lpstr>30_PPT模板</vt:lpstr>
      <vt:lpstr>31_PPT模板</vt:lpstr>
      <vt:lpstr>32_PPT模板</vt:lpstr>
      <vt:lpstr>33_PPT模板</vt:lpstr>
      <vt:lpstr>34_PPT模板</vt:lpstr>
      <vt:lpstr>35_PPT模板</vt:lpstr>
      <vt:lpstr>36_PPT模板</vt:lpstr>
      <vt:lpstr>37_PPT模板</vt:lpstr>
      <vt:lpstr>38_PPT模板</vt:lpstr>
      <vt:lpstr>39_PPT模板</vt:lpstr>
      <vt:lpstr>40_PPT模板</vt:lpstr>
      <vt:lpstr>41_PPT模板</vt:lpstr>
      <vt:lpstr>42_PPT模板</vt:lpstr>
      <vt:lpstr>43_PPT模板</vt:lpstr>
      <vt:lpstr>44_PPT模板</vt:lpstr>
      <vt:lpstr>45_PPT模板</vt:lpstr>
      <vt:lpstr>46_PPT模板</vt:lpstr>
      <vt:lpstr>47_PPT模板</vt:lpstr>
      <vt:lpstr>48_PPT模板</vt:lpstr>
      <vt:lpstr>4_Capsules</vt:lpstr>
      <vt:lpstr>5_Capsules</vt:lpstr>
      <vt:lpstr>49_PPT模板</vt:lpstr>
      <vt:lpstr>50_PPT模板</vt:lpstr>
      <vt:lpstr>51_PPT模板</vt:lpstr>
      <vt:lpstr>52_PPT模板</vt:lpstr>
      <vt:lpstr>53_PPT模板</vt:lpstr>
      <vt:lpstr>54_PPT模板</vt:lpstr>
      <vt:lpstr>55_PPT模板</vt:lpstr>
      <vt:lpstr>56_PPT模板</vt:lpstr>
      <vt:lpstr>57_PPT模板</vt:lpstr>
      <vt:lpstr>58_PPT模板</vt:lpstr>
      <vt:lpstr>59_PPT模板</vt:lpstr>
      <vt:lpstr>60_PPT模板</vt:lpstr>
      <vt:lpstr>61_PPT模板</vt:lpstr>
      <vt:lpstr>62_PPT模板</vt:lpstr>
      <vt:lpstr>63_PPT模板</vt:lpstr>
      <vt:lpstr>64_PPT模板</vt:lpstr>
      <vt:lpstr>65_PPT模板</vt:lpstr>
      <vt:lpstr>66_PPT模板</vt:lpstr>
      <vt:lpstr>67_PPT模板</vt:lpstr>
      <vt:lpstr>68_PPT模板</vt:lpstr>
      <vt:lpstr>69_PPT模板</vt:lpstr>
      <vt:lpstr>70_PPT模板</vt:lpstr>
      <vt:lpstr>71_PPT模板</vt:lpstr>
      <vt:lpstr>72_PPT模板</vt:lpstr>
      <vt:lpstr>73_PPT模板</vt:lpstr>
      <vt:lpstr>74_PPT模板</vt:lpstr>
      <vt:lpstr>75_PPT模板</vt:lpstr>
      <vt:lpstr>76_PPT模板</vt:lpstr>
      <vt:lpstr>77_PPT模板</vt:lpstr>
      <vt:lpstr>78_PPT模板</vt:lpstr>
      <vt:lpstr>79_PPT模板</vt:lpstr>
      <vt:lpstr>80_PPT模板</vt:lpstr>
      <vt:lpstr>81_PPT模板</vt:lpstr>
      <vt:lpstr>82_PPT模板</vt:lpstr>
      <vt:lpstr>83_PPT模板</vt:lpstr>
      <vt:lpstr>84_PPT模板</vt:lpstr>
      <vt:lpstr>85_PPT模板</vt:lpstr>
      <vt:lpstr>86_PPT模板</vt:lpstr>
      <vt:lpstr>87_PPT模板</vt:lpstr>
      <vt:lpstr>88_PPT模板</vt:lpstr>
      <vt:lpstr>89_PPT模板</vt:lpstr>
      <vt:lpstr>90_PPT模板</vt:lpstr>
      <vt:lpstr>91_PPT模板</vt:lpstr>
      <vt:lpstr>1_PPT模板</vt:lpstr>
      <vt:lpstr>2_PPT模板</vt:lpstr>
      <vt:lpstr>认识第一个Java应用程序 </vt:lpstr>
      <vt:lpstr>案例引入——第一个一个Java应用程序 </vt:lpstr>
      <vt:lpstr>1.2   知识准备</vt:lpstr>
      <vt:lpstr>1.2.2   Java开发环境的搭建</vt:lpstr>
      <vt:lpstr>1.2.2   Java开发环境的搭建</vt:lpstr>
      <vt:lpstr>1.2.3  Java Application开发流程</vt:lpstr>
      <vt:lpstr>1.2.3  Java Application开发流程</vt:lpstr>
      <vt:lpstr>1.2.3  Java Application开发流程</vt:lpstr>
      <vt:lpstr>1.3  案例实施</vt:lpstr>
      <vt:lpstr>1.3.2  编译源代码</vt:lpstr>
      <vt:lpstr>1.3.3  运行程序</vt:lpstr>
      <vt:lpstr>1.4  训练与实战</vt:lpstr>
      <vt:lpstr>1.4.2  简单的输入输出处理</vt:lpstr>
      <vt:lpstr>1.5  实际工作中常见问题解析</vt:lpstr>
      <vt:lpstr>PowerPoint 演示文稿</vt:lpstr>
    </vt:vector>
  </TitlesOfParts>
  <Company>二一教育</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21cnjy.com</dc:creator>
  <cp:keywords>21</cp:keywords>
  <cp:lastModifiedBy>Administrator</cp:lastModifiedBy>
  <cp:revision>1</cp:revision>
  <cp:lastPrinted>2023-01-04T16:26:00Z</cp:lastPrinted>
  <dcterms:created xsi:type="dcterms:W3CDTF">2023-01-04T16:26:00Z</dcterms:created>
  <dcterms:modified xsi:type="dcterms:W3CDTF">2023-04-17T04:05:04Z</dcterms:modified>
  <cp:version>109278524</cp:version>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2052-11.1.0.10314</vt:lpwstr>
  </property>
  <property fmtid="{D5CDD505-2E9C-101B-9397-08002B2CF9AE}" pid="3" name="KSOTemplateUUID">
    <vt:lpwstr>v1.0_mb_Q7T1U3ClHTLrwu2xw/pn0A==</vt:lpwstr>
  </property>
</Properties>
</file>